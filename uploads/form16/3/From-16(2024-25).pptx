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8C3E87-F419-42EE-AA6C-65E694C9177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E9D259A-12F0-4C65-B19F-660FED6825AB}">
      <dgm:prSet/>
      <dgm:spPr/>
      <dgm:t>
        <a:bodyPr/>
        <a:lstStyle/>
        <a:p>
          <a:r>
            <a:rPr lang="en-US" b="1"/>
            <a:t>It Can Read Both  EB and DG</a:t>
          </a:r>
          <a:endParaRPr lang="en-IN"/>
        </a:p>
      </dgm:t>
    </dgm:pt>
    <dgm:pt modelId="{380B1021-0618-40C0-8527-3D4621279AA7}" type="parTrans" cxnId="{1F7B967D-ECA8-4CC4-8840-65759C57067C}">
      <dgm:prSet/>
      <dgm:spPr/>
      <dgm:t>
        <a:bodyPr/>
        <a:lstStyle/>
        <a:p>
          <a:endParaRPr lang="en-IN"/>
        </a:p>
      </dgm:t>
    </dgm:pt>
    <dgm:pt modelId="{2938A356-FC0F-4440-B6E6-8D0B6B453713}" type="sibTrans" cxnId="{1F7B967D-ECA8-4CC4-8840-65759C57067C}">
      <dgm:prSet/>
      <dgm:spPr/>
      <dgm:t>
        <a:bodyPr/>
        <a:lstStyle/>
        <a:p>
          <a:endParaRPr lang="en-IN"/>
        </a:p>
      </dgm:t>
    </dgm:pt>
    <dgm:pt modelId="{E622D99C-F452-4A79-AFBD-E8928C75B0CF}">
      <dgm:prSet/>
      <dgm:spPr/>
      <dgm:t>
        <a:bodyPr/>
        <a:lstStyle/>
        <a:p>
          <a:r>
            <a:rPr lang="en-US" b="1"/>
            <a:t>It is a Global Standard Product.</a:t>
          </a:r>
          <a:endParaRPr lang="en-IN"/>
        </a:p>
      </dgm:t>
    </dgm:pt>
    <dgm:pt modelId="{67F73546-A03E-4F22-A2B9-F2531C02423D}" type="parTrans" cxnId="{1598C5D7-4511-4661-A25D-2815FCD6F335}">
      <dgm:prSet/>
      <dgm:spPr/>
      <dgm:t>
        <a:bodyPr/>
        <a:lstStyle/>
        <a:p>
          <a:endParaRPr lang="en-IN"/>
        </a:p>
      </dgm:t>
    </dgm:pt>
    <dgm:pt modelId="{D866A413-CB92-4E72-96E1-4CBA2B2EF686}" type="sibTrans" cxnId="{1598C5D7-4511-4661-A25D-2815FCD6F335}">
      <dgm:prSet/>
      <dgm:spPr/>
      <dgm:t>
        <a:bodyPr/>
        <a:lstStyle/>
        <a:p>
          <a:endParaRPr lang="en-IN"/>
        </a:p>
      </dgm:t>
    </dgm:pt>
    <dgm:pt modelId="{814E7049-FC9F-4110-8323-96C99A7CC8F9}">
      <dgm:prSet/>
      <dgm:spPr/>
      <dgm:t>
        <a:bodyPr/>
        <a:lstStyle/>
        <a:p>
          <a:r>
            <a:rPr lang="en-US" b="1"/>
            <a:t>Certified with  NABL/CE.</a:t>
          </a:r>
          <a:endParaRPr lang="en-IN"/>
        </a:p>
      </dgm:t>
    </dgm:pt>
    <dgm:pt modelId="{1A6242D9-A37E-4C2B-BA17-AA9725A3A45E}" type="parTrans" cxnId="{2BFDCB68-F384-4698-BE07-2C5D28FA6EE0}">
      <dgm:prSet/>
      <dgm:spPr/>
      <dgm:t>
        <a:bodyPr/>
        <a:lstStyle/>
        <a:p>
          <a:endParaRPr lang="en-IN"/>
        </a:p>
      </dgm:t>
    </dgm:pt>
    <dgm:pt modelId="{F8B10962-30FD-4C68-A5CF-FDA33DEF8640}" type="sibTrans" cxnId="{2BFDCB68-F384-4698-BE07-2C5D28FA6EE0}">
      <dgm:prSet/>
      <dgm:spPr/>
      <dgm:t>
        <a:bodyPr/>
        <a:lstStyle/>
        <a:p>
          <a:endParaRPr lang="en-IN"/>
        </a:p>
      </dgm:t>
    </dgm:pt>
    <dgm:pt modelId="{5115816D-0FBD-4574-925C-4926482E39C8}">
      <dgm:prSet/>
      <dgm:spPr/>
      <dgm:t>
        <a:bodyPr/>
        <a:lstStyle/>
        <a:p>
          <a:r>
            <a:rPr lang="en-US" b="1"/>
            <a:t>Meter Can store the Data For 12 Months.</a:t>
          </a:r>
          <a:endParaRPr lang="en-IN"/>
        </a:p>
      </dgm:t>
    </dgm:pt>
    <dgm:pt modelId="{0281E032-CF55-4DBA-99A9-59838347992A}" type="parTrans" cxnId="{44128B2C-B340-4811-A8F1-69C10E763A62}">
      <dgm:prSet/>
      <dgm:spPr/>
      <dgm:t>
        <a:bodyPr/>
        <a:lstStyle/>
        <a:p>
          <a:endParaRPr lang="en-IN"/>
        </a:p>
      </dgm:t>
    </dgm:pt>
    <dgm:pt modelId="{A427FAD0-A3EE-4F44-AF88-A05DD6140DDA}" type="sibTrans" cxnId="{44128B2C-B340-4811-A8F1-69C10E763A62}">
      <dgm:prSet/>
      <dgm:spPr/>
      <dgm:t>
        <a:bodyPr/>
        <a:lstStyle/>
        <a:p>
          <a:endParaRPr lang="en-IN"/>
        </a:p>
      </dgm:t>
    </dgm:pt>
    <dgm:pt modelId="{EAAC8A49-0253-480E-9491-F26282382B91}">
      <dgm:prSet/>
      <dgm:spPr/>
      <dgm:t>
        <a:bodyPr/>
        <a:lstStyle/>
        <a:p>
          <a:r>
            <a:rPr lang="en-US" b="1"/>
            <a:t>Features Like Anti Tamper</a:t>
          </a:r>
          <a:endParaRPr lang="en-IN"/>
        </a:p>
      </dgm:t>
    </dgm:pt>
    <dgm:pt modelId="{9BCF46FD-6D4F-403A-8012-CC7CBB86665C}" type="parTrans" cxnId="{6FB1D9AE-D52E-4E21-8972-23D106E3910B}">
      <dgm:prSet/>
      <dgm:spPr/>
      <dgm:t>
        <a:bodyPr/>
        <a:lstStyle/>
        <a:p>
          <a:endParaRPr lang="en-IN"/>
        </a:p>
      </dgm:t>
    </dgm:pt>
    <dgm:pt modelId="{43CF5FD9-1D47-4CD2-B874-22399BF82927}" type="sibTrans" cxnId="{6FB1D9AE-D52E-4E21-8972-23D106E3910B}">
      <dgm:prSet/>
      <dgm:spPr/>
      <dgm:t>
        <a:bodyPr/>
        <a:lstStyle/>
        <a:p>
          <a:endParaRPr lang="en-IN"/>
        </a:p>
      </dgm:t>
    </dgm:pt>
    <dgm:pt modelId="{76986FB2-BD10-4BDB-8561-1A61A2C50DA0}">
      <dgm:prSet/>
      <dgm:spPr/>
      <dgm:t>
        <a:bodyPr/>
        <a:lstStyle/>
        <a:p>
          <a:r>
            <a:rPr lang="en-US" b="1"/>
            <a:t>Low Credit Alarm.</a:t>
          </a:r>
          <a:endParaRPr lang="en-IN"/>
        </a:p>
      </dgm:t>
    </dgm:pt>
    <dgm:pt modelId="{5C8AFB3B-FB7A-41F0-92FD-57F5BA5DCD65}" type="parTrans" cxnId="{6274736E-9409-4C1C-A94D-AB174C8B038C}">
      <dgm:prSet/>
      <dgm:spPr/>
      <dgm:t>
        <a:bodyPr/>
        <a:lstStyle/>
        <a:p>
          <a:endParaRPr lang="en-IN"/>
        </a:p>
      </dgm:t>
    </dgm:pt>
    <dgm:pt modelId="{CE4F264D-04A1-4CFB-9E39-FC216D246C41}" type="sibTrans" cxnId="{6274736E-9409-4C1C-A94D-AB174C8B038C}">
      <dgm:prSet/>
      <dgm:spPr/>
      <dgm:t>
        <a:bodyPr/>
        <a:lstStyle/>
        <a:p>
          <a:endParaRPr lang="en-IN"/>
        </a:p>
      </dgm:t>
    </dgm:pt>
    <dgm:pt modelId="{AE8BFB94-DC37-415E-A742-8669A9965647}">
      <dgm:prSet/>
      <dgm:spPr/>
      <dgm:t>
        <a:bodyPr/>
        <a:lstStyle/>
        <a:p>
          <a:r>
            <a:rPr lang="en-US" b="1"/>
            <a:t>20 Digit Token for Recharge .</a:t>
          </a:r>
          <a:endParaRPr lang="en-IN"/>
        </a:p>
      </dgm:t>
    </dgm:pt>
    <dgm:pt modelId="{A7C4284A-C652-46F9-AB5A-FD8AB7D4EC22}" type="parTrans" cxnId="{98EAD7D4-25DA-4CA5-B8C9-245D47D3AA0E}">
      <dgm:prSet/>
      <dgm:spPr/>
      <dgm:t>
        <a:bodyPr/>
        <a:lstStyle/>
        <a:p>
          <a:endParaRPr lang="en-IN"/>
        </a:p>
      </dgm:t>
    </dgm:pt>
    <dgm:pt modelId="{2F97060E-9CD7-460A-BACF-997F4ABAE261}" type="sibTrans" cxnId="{98EAD7D4-25DA-4CA5-B8C9-245D47D3AA0E}">
      <dgm:prSet/>
      <dgm:spPr/>
      <dgm:t>
        <a:bodyPr/>
        <a:lstStyle/>
        <a:p>
          <a:endParaRPr lang="en-IN"/>
        </a:p>
      </dgm:t>
    </dgm:pt>
    <dgm:pt modelId="{F3BBBB70-9BA6-43E8-ADE9-5285AD97D5B6}">
      <dgm:prSet/>
      <dgm:spPr/>
      <dgm:t>
        <a:bodyPr/>
        <a:lstStyle/>
        <a:p>
          <a:r>
            <a:rPr lang="en-US" b="1"/>
            <a:t>End user can check the usage with short keys  for Balance Amount and Usage.</a:t>
          </a:r>
          <a:endParaRPr lang="en-IN"/>
        </a:p>
      </dgm:t>
    </dgm:pt>
    <dgm:pt modelId="{F90B6DC7-ED7A-4DC5-B403-C67F9C4FA2CF}" type="parTrans" cxnId="{B596245A-ED61-43BE-BC38-024FB7E964F5}">
      <dgm:prSet/>
      <dgm:spPr/>
      <dgm:t>
        <a:bodyPr/>
        <a:lstStyle/>
        <a:p>
          <a:endParaRPr lang="en-IN"/>
        </a:p>
      </dgm:t>
    </dgm:pt>
    <dgm:pt modelId="{4767080F-4588-4622-A566-CE0AF69F4260}" type="sibTrans" cxnId="{B596245A-ED61-43BE-BC38-024FB7E964F5}">
      <dgm:prSet/>
      <dgm:spPr/>
      <dgm:t>
        <a:bodyPr/>
        <a:lstStyle/>
        <a:p>
          <a:endParaRPr lang="en-IN"/>
        </a:p>
      </dgm:t>
    </dgm:pt>
    <dgm:pt modelId="{7C51344A-3323-4FA1-85A3-86FCED6A8A56}">
      <dgm:prSet/>
      <dgm:spPr/>
      <dgm:t>
        <a:bodyPr/>
        <a:lstStyle/>
        <a:p>
          <a:r>
            <a:rPr lang="en-US" b="1"/>
            <a:t>It shows Total usage,  Usage of Power , Usage of Generator.</a:t>
          </a:r>
          <a:endParaRPr lang="en-IN"/>
        </a:p>
      </dgm:t>
    </dgm:pt>
    <dgm:pt modelId="{C7CD5C15-E1CF-4951-8D44-CC4A1136F18B}" type="parTrans" cxnId="{181BE9AD-3264-46A3-80AA-3CB6F3D7E2DB}">
      <dgm:prSet/>
      <dgm:spPr/>
      <dgm:t>
        <a:bodyPr/>
        <a:lstStyle/>
        <a:p>
          <a:endParaRPr lang="en-IN"/>
        </a:p>
      </dgm:t>
    </dgm:pt>
    <dgm:pt modelId="{E073A2EB-BE62-4A54-B824-6BEF6EFDB04E}" type="sibTrans" cxnId="{181BE9AD-3264-46A3-80AA-3CB6F3D7E2DB}">
      <dgm:prSet/>
      <dgm:spPr/>
      <dgm:t>
        <a:bodyPr/>
        <a:lstStyle/>
        <a:p>
          <a:endParaRPr lang="en-IN"/>
        </a:p>
      </dgm:t>
    </dgm:pt>
    <dgm:pt modelId="{BE3FC757-BE6F-457A-8142-C7EF768C34A1}">
      <dgm:prSet/>
      <dgm:spPr/>
      <dgm:t>
        <a:bodyPr/>
        <a:lstStyle/>
        <a:p>
          <a:r>
            <a:rPr lang="en-US" b="1"/>
            <a:t>It supports Various types of Communication system for remote reading like Lora/NBIOT</a:t>
          </a:r>
          <a:endParaRPr lang="en-IN"/>
        </a:p>
      </dgm:t>
    </dgm:pt>
    <dgm:pt modelId="{E828CFF5-6889-4CD7-9349-85C0CC222C2E}" type="parTrans" cxnId="{02D2FB6A-CEB2-41CC-BDE1-A7B52A206012}">
      <dgm:prSet/>
      <dgm:spPr/>
      <dgm:t>
        <a:bodyPr/>
        <a:lstStyle/>
        <a:p>
          <a:endParaRPr lang="en-IN"/>
        </a:p>
      </dgm:t>
    </dgm:pt>
    <dgm:pt modelId="{837DF41E-761E-490B-9D06-55AF64498E8B}" type="sibTrans" cxnId="{02D2FB6A-CEB2-41CC-BDE1-A7B52A206012}">
      <dgm:prSet/>
      <dgm:spPr/>
      <dgm:t>
        <a:bodyPr/>
        <a:lstStyle/>
        <a:p>
          <a:endParaRPr lang="en-IN"/>
        </a:p>
      </dgm:t>
    </dgm:pt>
    <dgm:pt modelId="{1F47F5D3-9F90-4364-96BE-670FEDF36078}" type="pres">
      <dgm:prSet presAssocID="{2F8C3E87-F419-42EE-AA6C-65E694C91770}" presName="linear" presStyleCnt="0">
        <dgm:presLayoutVars>
          <dgm:animLvl val="lvl"/>
          <dgm:resizeHandles val="exact"/>
        </dgm:presLayoutVars>
      </dgm:prSet>
      <dgm:spPr/>
    </dgm:pt>
    <dgm:pt modelId="{04ED43E3-62BB-47EE-9F26-254662B6DF44}" type="pres">
      <dgm:prSet presAssocID="{1E9D259A-12F0-4C65-B19F-660FED6825AB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3AB9B019-66BF-4AE9-BD46-A1A32E4F6B05}" type="pres">
      <dgm:prSet presAssocID="{2938A356-FC0F-4440-B6E6-8D0B6B453713}" presName="spacer" presStyleCnt="0"/>
      <dgm:spPr/>
    </dgm:pt>
    <dgm:pt modelId="{8672D512-5999-49B0-93BA-B7D0D75EBF69}" type="pres">
      <dgm:prSet presAssocID="{E622D99C-F452-4A79-AFBD-E8928C75B0CF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A45DE85A-DB75-4486-9F2F-F0F0C5F1AE96}" type="pres">
      <dgm:prSet presAssocID="{D866A413-CB92-4E72-96E1-4CBA2B2EF686}" presName="spacer" presStyleCnt="0"/>
      <dgm:spPr/>
    </dgm:pt>
    <dgm:pt modelId="{0D21C016-8A30-4F0A-8B68-445F2704C13E}" type="pres">
      <dgm:prSet presAssocID="{814E7049-FC9F-4110-8323-96C99A7CC8F9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7EEE30BE-CB6B-4169-AFC9-42F19AE8EC3C}" type="pres">
      <dgm:prSet presAssocID="{F8B10962-30FD-4C68-A5CF-FDA33DEF8640}" presName="spacer" presStyleCnt="0"/>
      <dgm:spPr/>
    </dgm:pt>
    <dgm:pt modelId="{23B00531-5564-4A42-93F9-E5B4D59AEAB7}" type="pres">
      <dgm:prSet presAssocID="{5115816D-0FBD-4574-925C-4926482E39C8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2716BD71-CC34-4C48-8178-A97B241DD406}" type="pres">
      <dgm:prSet presAssocID="{A427FAD0-A3EE-4F44-AF88-A05DD6140DDA}" presName="spacer" presStyleCnt="0"/>
      <dgm:spPr/>
    </dgm:pt>
    <dgm:pt modelId="{00B73799-0DA9-4952-926F-10C346534B57}" type="pres">
      <dgm:prSet presAssocID="{EAAC8A49-0253-480E-9491-F26282382B91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9B3CB62F-88A3-4609-9312-A6360049C025}" type="pres">
      <dgm:prSet presAssocID="{43CF5FD9-1D47-4CD2-B874-22399BF82927}" presName="spacer" presStyleCnt="0"/>
      <dgm:spPr/>
    </dgm:pt>
    <dgm:pt modelId="{F68C2A4E-85EE-4DA0-BE51-825127D3E196}" type="pres">
      <dgm:prSet presAssocID="{76986FB2-BD10-4BDB-8561-1A61A2C50DA0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D8276C9C-A8AE-4ECE-8941-52ABB67828AD}" type="pres">
      <dgm:prSet presAssocID="{CE4F264D-04A1-4CFB-9E39-FC216D246C41}" presName="spacer" presStyleCnt="0"/>
      <dgm:spPr/>
    </dgm:pt>
    <dgm:pt modelId="{21A4185C-95A2-4854-8BD3-30E37A52BB59}" type="pres">
      <dgm:prSet presAssocID="{AE8BFB94-DC37-415E-A742-8669A9965647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C571E240-695F-4BF5-BF42-42922D62E281}" type="pres">
      <dgm:prSet presAssocID="{2F97060E-9CD7-460A-BACF-997F4ABAE261}" presName="spacer" presStyleCnt="0"/>
      <dgm:spPr/>
    </dgm:pt>
    <dgm:pt modelId="{2ECB4072-F896-4586-A38C-345B259C3D53}" type="pres">
      <dgm:prSet presAssocID="{F3BBBB70-9BA6-43E8-ADE9-5285AD97D5B6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610CF153-58C5-4165-9BCE-3DB79BE24B50}" type="pres">
      <dgm:prSet presAssocID="{4767080F-4588-4622-A566-CE0AF69F4260}" presName="spacer" presStyleCnt="0"/>
      <dgm:spPr/>
    </dgm:pt>
    <dgm:pt modelId="{7266CAA3-1AB4-4B6C-A6CD-4DF0B20A4D3E}" type="pres">
      <dgm:prSet presAssocID="{7C51344A-3323-4FA1-85A3-86FCED6A8A56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BFBCFEBD-6C90-4D64-B3F6-B5829AA87C59}" type="pres">
      <dgm:prSet presAssocID="{E073A2EB-BE62-4A54-B824-6BEF6EFDB04E}" presName="spacer" presStyleCnt="0"/>
      <dgm:spPr/>
    </dgm:pt>
    <dgm:pt modelId="{2D6D8C46-4447-4925-BEBA-79F3BBBC15C4}" type="pres">
      <dgm:prSet presAssocID="{BE3FC757-BE6F-457A-8142-C7EF768C34A1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5F32B91F-EF4B-46E7-8C53-E882F038D2EB}" type="presOf" srcId="{2F8C3E87-F419-42EE-AA6C-65E694C91770}" destId="{1F47F5D3-9F90-4364-96BE-670FEDF36078}" srcOrd="0" destOrd="0" presId="urn:microsoft.com/office/officeart/2005/8/layout/vList2"/>
    <dgm:cxn modelId="{44128B2C-B340-4811-A8F1-69C10E763A62}" srcId="{2F8C3E87-F419-42EE-AA6C-65E694C91770}" destId="{5115816D-0FBD-4574-925C-4926482E39C8}" srcOrd="3" destOrd="0" parTransId="{0281E032-CF55-4DBA-99A9-59838347992A}" sibTransId="{A427FAD0-A3EE-4F44-AF88-A05DD6140DDA}"/>
    <dgm:cxn modelId="{F1FE6830-4111-4388-9885-3523B1D6B229}" type="presOf" srcId="{EAAC8A49-0253-480E-9491-F26282382B91}" destId="{00B73799-0DA9-4952-926F-10C346534B57}" srcOrd="0" destOrd="0" presId="urn:microsoft.com/office/officeart/2005/8/layout/vList2"/>
    <dgm:cxn modelId="{A4E6FC3D-E331-4A0A-B756-51211E232D4E}" type="presOf" srcId="{1E9D259A-12F0-4C65-B19F-660FED6825AB}" destId="{04ED43E3-62BB-47EE-9F26-254662B6DF44}" srcOrd="0" destOrd="0" presId="urn:microsoft.com/office/officeart/2005/8/layout/vList2"/>
    <dgm:cxn modelId="{8ABA6A43-B69C-450A-9335-CB89233BB048}" type="presOf" srcId="{BE3FC757-BE6F-457A-8142-C7EF768C34A1}" destId="{2D6D8C46-4447-4925-BEBA-79F3BBBC15C4}" srcOrd="0" destOrd="0" presId="urn:microsoft.com/office/officeart/2005/8/layout/vList2"/>
    <dgm:cxn modelId="{2BFDCB68-F384-4698-BE07-2C5D28FA6EE0}" srcId="{2F8C3E87-F419-42EE-AA6C-65E694C91770}" destId="{814E7049-FC9F-4110-8323-96C99A7CC8F9}" srcOrd="2" destOrd="0" parTransId="{1A6242D9-A37E-4C2B-BA17-AA9725A3A45E}" sibTransId="{F8B10962-30FD-4C68-A5CF-FDA33DEF8640}"/>
    <dgm:cxn modelId="{02D2FB6A-CEB2-41CC-BDE1-A7B52A206012}" srcId="{2F8C3E87-F419-42EE-AA6C-65E694C91770}" destId="{BE3FC757-BE6F-457A-8142-C7EF768C34A1}" srcOrd="9" destOrd="0" parTransId="{E828CFF5-6889-4CD7-9349-85C0CC222C2E}" sibTransId="{837DF41E-761E-490B-9D06-55AF64498E8B}"/>
    <dgm:cxn modelId="{6274736E-9409-4C1C-A94D-AB174C8B038C}" srcId="{2F8C3E87-F419-42EE-AA6C-65E694C91770}" destId="{76986FB2-BD10-4BDB-8561-1A61A2C50DA0}" srcOrd="5" destOrd="0" parTransId="{5C8AFB3B-FB7A-41F0-92FD-57F5BA5DCD65}" sibTransId="{CE4F264D-04A1-4CFB-9E39-FC216D246C41}"/>
    <dgm:cxn modelId="{D4C07256-5F73-464A-BF02-39BB611A8BFA}" type="presOf" srcId="{814E7049-FC9F-4110-8323-96C99A7CC8F9}" destId="{0D21C016-8A30-4F0A-8B68-445F2704C13E}" srcOrd="0" destOrd="0" presId="urn:microsoft.com/office/officeart/2005/8/layout/vList2"/>
    <dgm:cxn modelId="{B596245A-ED61-43BE-BC38-024FB7E964F5}" srcId="{2F8C3E87-F419-42EE-AA6C-65E694C91770}" destId="{F3BBBB70-9BA6-43E8-ADE9-5285AD97D5B6}" srcOrd="7" destOrd="0" parTransId="{F90B6DC7-ED7A-4DC5-B403-C67F9C4FA2CF}" sibTransId="{4767080F-4588-4622-A566-CE0AF69F4260}"/>
    <dgm:cxn modelId="{1F7B967D-ECA8-4CC4-8840-65759C57067C}" srcId="{2F8C3E87-F419-42EE-AA6C-65E694C91770}" destId="{1E9D259A-12F0-4C65-B19F-660FED6825AB}" srcOrd="0" destOrd="0" parTransId="{380B1021-0618-40C0-8527-3D4621279AA7}" sibTransId="{2938A356-FC0F-4440-B6E6-8D0B6B453713}"/>
    <dgm:cxn modelId="{362A2E8A-7855-413C-92C5-A8334C894938}" type="presOf" srcId="{7C51344A-3323-4FA1-85A3-86FCED6A8A56}" destId="{7266CAA3-1AB4-4B6C-A6CD-4DF0B20A4D3E}" srcOrd="0" destOrd="0" presId="urn:microsoft.com/office/officeart/2005/8/layout/vList2"/>
    <dgm:cxn modelId="{181BE9AD-3264-46A3-80AA-3CB6F3D7E2DB}" srcId="{2F8C3E87-F419-42EE-AA6C-65E694C91770}" destId="{7C51344A-3323-4FA1-85A3-86FCED6A8A56}" srcOrd="8" destOrd="0" parTransId="{C7CD5C15-E1CF-4951-8D44-CC4A1136F18B}" sibTransId="{E073A2EB-BE62-4A54-B824-6BEF6EFDB04E}"/>
    <dgm:cxn modelId="{6FB1D9AE-D52E-4E21-8972-23D106E3910B}" srcId="{2F8C3E87-F419-42EE-AA6C-65E694C91770}" destId="{EAAC8A49-0253-480E-9491-F26282382B91}" srcOrd="4" destOrd="0" parTransId="{9BCF46FD-6D4F-403A-8012-CC7CBB86665C}" sibTransId="{43CF5FD9-1D47-4CD2-B874-22399BF82927}"/>
    <dgm:cxn modelId="{D94B8FB0-FF30-4646-846E-BE27C88D4F74}" type="presOf" srcId="{F3BBBB70-9BA6-43E8-ADE9-5285AD97D5B6}" destId="{2ECB4072-F896-4586-A38C-345B259C3D53}" srcOrd="0" destOrd="0" presId="urn:microsoft.com/office/officeart/2005/8/layout/vList2"/>
    <dgm:cxn modelId="{ABF248BB-CCF8-4165-A653-6ECE80433C5B}" type="presOf" srcId="{AE8BFB94-DC37-415E-A742-8669A9965647}" destId="{21A4185C-95A2-4854-8BD3-30E37A52BB59}" srcOrd="0" destOrd="0" presId="urn:microsoft.com/office/officeart/2005/8/layout/vList2"/>
    <dgm:cxn modelId="{A18C33BC-F6BC-4515-B43B-002924394CCC}" type="presOf" srcId="{5115816D-0FBD-4574-925C-4926482E39C8}" destId="{23B00531-5564-4A42-93F9-E5B4D59AEAB7}" srcOrd="0" destOrd="0" presId="urn:microsoft.com/office/officeart/2005/8/layout/vList2"/>
    <dgm:cxn modelId="{B176A1CD-75AE-433A-9E9A-5D5E03687987}" type="presOf" srcId="{76986FB2-BD10-4BDB-8561-1A61A2C50DA0}" destId="{F68C2A4E-85EE-4DA0-BE51-825127D3E196}" srcOrd="0" destOrd="0" presId="urn:microsoft.com/office/officeart/2005/8/layout/vList2"/>
    <dgm:cxn modelId="{98EAD7D4-25DA-4CA5-B8C9-245D47D3AA0E}" srcId="{2F8C3E87-F419-42EE-AA6C-65E694C91770}" destId="{AE8BFB94-DC37-415E-A742-8669A9965647}" srcOrd="6" destOrd="0" parTransId="{A7C4284A-C652-46F9-AB5A-FD8AB7D4EC22}" sibTransId="{2F97060E-9CD7-460A-BACF-997F4ABAE261}"/>
    <dgm:cxn modelId="{1598C5D7-4511-4661-A25D-2815FCD6F335}" srcId="{2F8C3E87-F419-42EE-AA6C-65E694C91770}" destId="{E622D99C-F452-4A79-AFBD-E8928C75B0CF}" srcOrd="1" destOrd="0" parTransId="{67F73546-A03E-4F22-A2B9-F2531C02423D}" sibTransId="{D866A413-CB92-4E72-96E1-4CBA2B2EF686}"/>
    <dgm:cxn modelId="{937996D8-E805-40ED-9399-38E52309B761}" type="presOf" srcId="{E622D99C-F452-4A79-AFBD-E8928C75B0CF}" destId="{8672D512-5999-49B0-93BA-B7D0D75EBF69}" srcOrd="0" destOrd="0" presId="urn:microsoft.com/office/officeart/2005/8/layout/vList2"/>
    <dgm:cxn modelId="{097F8E28-B633-4CAD-8A32-B20D29FDB7CC}" type="presParOf" srcId="{1F47F5D3-9F90-4364-96BE-670FEDF36078}" destId="{04ED43E3-62BB-47EE-9F26-254662B6DF44}" srcOrd="0" destOrd="0" presId="urn:microsoft.com/office/officeart/2005/8/layout/vList2"/>
    <dgm:cxn modelId="{24A6EA88-7335-473B-81BE-503824FA9662}" type="presParOf" srcId="{1F47F5D3-9F90-4364-96BE-670FEDF36078}" destId="{3AB9B019-66BF-4AE9-BD46-A1A32E4F6B05}" srcOrd="1" destOrd="0" presId="urn:microsoft.com/office/officeart/2005/8/layout/vList2"/>
    <dgm:cxn modelId="{622AC3B8-D955-4886-B684-4C33C00B478A}" type="presParOf" srcId="{1F47F5D3-9F90-4364-96BE-670FEDF36078}" destId="{8672D512-5999-49B0-93BA-B7D0D75EBF69}" srcOrd="2" destOrd="0" presId="urn:microsoft.com/office/officeart/2005/8/layout/vList2"/>
    <dgm:cxn modelId="{D8F29ABE-6BE5-4098-9380-3438781F1297}" type="presParOf" srcId="{1F47F5D3-9F90-4364-96BE-670FEDF36078}" destId="{A45DE85A-DB75-4486-9F2F-F0F0C5F1AE96}" srcOrd="3" destOrd="0" presId="urn:microsoft.com/office/officeart/2005/8/layout/vList2"/>
    <dgm:cxn modelId="{0C335179-2828-4DBC-8DA8-3561BE6DE260}" type="presParOf" srcId="{1F47F5D3-9F90-4364-96BE-670FEDF36078}" destId="{0D21C016-8A30-4F0A-8B68-445F2704C13E}" srcOrd="4" destOrd="0" presId="urn:microsoft.com/office/officeart/2005/8/layout/vList2"/>
    <dgm:cxn modelId="{1BBFD8D7-1844-4D1E-95F1-FACD49DD79DA}" type="presParOf" srcId="{1F47F5D3-9F90-4364-96BE-670FEDF36078}" destId="{7EEE30BE-CB6B-4169-AFC9-42F19AE8EC3C}" srcOrd="5" destOrd="0" presId="urn:microsoft.com/office/officeart/2005/8/layout/vList2"/>
    <dgm:cxn modelId="{510E618D-F147-4DD2-B45F-F7C9C07A6516}" type="presParOf" srcId="{1F47F5D3-9F90-4364-96BE-670FEDF36078}" destId="{23B00531-5564-4A42-93F9-E5B4D59AEAB7}" srcOrd="6" destOrd="0" presId="urn:microsoft.com/office/officeart/2005/8/layout/vList2"/>
    <dgm:cxn modelId="{EE73F10F-A486-46FD-9557-3D57D7E07987}" type="presParOf" srcId="{1F47F5D3-9F90-4364-96BE-670FEDF36078}" destId="{2716BD71-CC34-4C48-8178-A97B241DD406}" srcOrd="7" destOrd="0" presId="urn:microsoft.com/office/officeart/2005/8/layout/vList2"/>
    <dgm:cxn modelId="{EB0F2B61-FF8F-4622-9199-E1DB1C431191}" type="presParOf" srcId="{1F47F5D3-9F90-4364-96BE-670FEDF36078}" destId="{00B73799-0DA9-4952-926F-10C346534B57}" srcOrd="8" destOrd="0" presId="urn:microsoft.com/office/officeart/2005/8/layout/vList2"/>
    <dgm:cxn modelId="{96B04AA2-D4D5-4F76-9A7F-CFA806FCDEC7}" type="presParOf" srcId="{1F47F5D3-9F90-4364-96BE-670FEDF36078}" destId="{9B3CB62F-88A3-4609-9312-A6360049C025}" srcOrd="9" destOrd="0" presId="urn:microsoft.com/office/officeart/2005/8/layout/vList2"/>
    <dgm:cxn modelId="{AED2D4A8-5558-4F41-994D-AF9F7C5C0FBA}" type="presParOf" srcId="{1F47F5D3-9F90-4364-96BE-670FEDF36078}" destId="{F68C2A4E-85EE-4DA0-BE51-825127D3E196}" srcOrd="10" destOrd="0" presId="urn:microsoft.com/office/officeart/2005/8/layout/vList2"/>
    <dgm:cxn modelId="{1578401F-03C7-43CB-AE59-630B9293474C}" type="presParOf" srcId="{1F47F5D3-9F90-4364-96BE-670FEDF36078}" destId="{D8276C9C-A8AE-4ECE-8941-52ABB67828AD}" srcOrd="11" destOrd="0" presId="urn:microsoft.com/office/officeart/2005/8/layout/vList2"/>
    <dgm:cxn modelId="{F6B84D91-8B93-45C5-B7BF-1518B7BC6282}" type="presParOf" srcId="{1F47F5D3-9F90-4364-96BE-670FEDF36078}" destId="{21A4185C-95A2-4854-8BD3-30E37A52BB59}" srcOrd="12" destOrd="0" presId="urn:microsoft.com/office/officeart/2005/8/layout/vList2"/>
    <dgm:cxn modelId="{E6D0191D-F919-4A80-8F3F-269A516C37FE}" type="presParOf" srcId="{1F47F5D3-9F90-4364-96BE-670FEDF36078}" destId="{C571E240-695F-4BF5-BF42-42922D62E281}" srcOrd="13" destOrd="0" presId="urn:microsoft.com/office/officeart/2005/8/layout/vList2"/>
    <dgm:cxn modelId="{8235D058-592D-4CB0-BEA8-9F7F902B11AE}" type="presParOf" srcId="{1F47F5D3-9F90-4364-96BE-670FEDF36078}" destId="{2ECB4072-F896-4586-A38C-345B259C3D53}" srcOrd="14" destOrd="0" presId="urn:microsoft.com/office/officeart/2005/8/layout/vList2"/>
    <dgm:cxn modelId="{DAC85040-9DF9-4211-8E67-7C441EF2E626}" type="presParOf" srcId="{1F47F5D3-9F90-4364-96BE-670FEDF36078}" destId="{610CF153-58C5-4165-9BCE-3DB79BE24B50}" srcOrd="15" destOrd="0" presId="urn:microsoft.com/office/officeart/2005/8/layout/vList2"/>
    <dgm:cxn modelId="{2414DD6F-2E10-43DE-8FF0-2A0101A16C03}" type="presParOf" srcId="{1F47F5D3-9F90-4364-96BE-670FEDF36078}" destId="{7266CAA3-1AB4-4B6C-A6CD-4DF0B20A4D3E}" srcOrd="16" destOrd="0" presId="urn:microsoft.com/office/officeart/2005/8/layout/vList2"/>
    <dgm:cxn modelId="{33C6E4CE-5D14-4AA0-AB08-FE2DDD23EC74}" type="presParOf" srcId="{1F47F5D3-9F90-4364-96BE-670FEDF36078}" destId="{BFBCFEBD-6C90-4D64-B3F6-B5829AA87C59}" srcOrd="17" destOrd="0" presId="urn:microsoft.com/office/officeart/2005/8/layout/vList2"/>
    <dgm:cxn modelId="{9D8C2D6C-41A4-4A0F-A1D4-3A635011CBA5}" type="presParOf" srcId="{1F47F5D3-9F90-4364-96BE-670FEDF36078}" destId="{2D6D8C46-4447-4925-BEBA-79F3BBBC15C4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8A3CA11-C394-4035-A046-AB7DDE53A7D8}" type="doc">
      <dgm:prSet loTypeId="urn:microsoft.com/office/officeart/2008/layout/VerticalCurv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3418347E-2386-41B4-B832-59959590CC06}">
      <dgm:prSet custT="1"/>
      <dgm:spPr/>
      <dgm:t>
        <a:bodyPr/>
        <a:lstStyle/>
        <a:p>
          <a:r>
            <a:rPr lang="en-US" sz="1800" dirty="0"/>
            <a:t>Our software is developed in such a way that, with high Security and it can be deployed on cloud server as well as client/on-site server as per the client requirement.</a:t>
          </a:r>
          <a:endParaRPr lang="en-IN" sz="1800" dirty="0"/>
        </a:p>
      </dgm:t>
    </dgm:pt>
    <dgm:pt modelId="{65170EAB-3F20-4AA6-89F2-B08D1044C837}" type="parTrans" cxnId="{5443AF1A-6D38-4B9C-9657-43B790067598}">
      <dgm:prSet/>
      <dgm:spPr/>
      <dgm:t>
        <a:bodyPr/>
        <a:lstStyle/>
        <a:p>
          <a:endParaRPr lang="en-IN"/>
        </a:p>
      </dgm:t>
    </dgm:pt>
    <dgm:pt modelId="{45BB7557-C6EF-4DCC-8F4C-64ACB0647183}" type="sibTrans" cxnId="{5443AF1A-6D38-4B9C-9657-43B790067598}">
      <dgm:prSet/>
      <dgm:spPr/>
      <dgm:t>
        <a:bodyPr/>
        <a:lstStyle/>
        <a:p>
          <a:endParaRPr lang="en-IN"/>
        </a:p>
      </dgm:t>
    </dgm:pt>
    <dgm:pt modelId="{2F55270B-DEA0-41A2-9D6E-8CA68D9F2BE1}">
      <dgm:prSet/>
      <dgm:spPr/>
      <dgm:t>
        <a:bodyPr/>
        <a:lstStyle/>
        <a:p>
          <a:r>
            <a:rPr lang="en-US" dirty="0"/>
            <a:t>It is multi user platform with high scalability and with mobile App functionality.</a:t>
          </a:r>
          <a:endParaRPr lang="en-IN" dirty="0"/>
        </a:p>
      </dgm:t>
    </dgm:pt>
    <dgm:pt modelId="{EF241AF8-FA78-437F-ADD5-55F10A000BFD}" type="parTrans" cxnId="{17BE71D0-E0F5-4EBC-86D8-07AE2C9FDDC2}">
      <dgm:prSet/>
      <dgm:spPr/>
      <dgm:t>
        <a:bodyPr/>
        <a:lstStyle/>
        <a:p>
          <a:endParaRPr lang="en-IN"/>
        </a:p>
      </dgm:t>
    </dgm:pt>
    <dgm:pt modelId="{A43A8F7A-EFC1-48BF-979B-C3277C1FF70E}" type="sibTrans" cxnId="{17BE71D0-E0F5-4EBC-86D8-07AE2C9FDDC2}">
      <dgm:prSet/>
      <dgm:spPr/>
      <dgm:t>
        <a:bodyPr/>
        <a:lstStyle/>
        <a:p>
          <a:endParaRPr lang="en-IN"/>
        </a:p>
      </dgm:t>
    </dgm:pt>
    <dgm:pt modelId="{A605841C-5FE7-4A1E-9BFE-B10FE2CFCE5F}">
      <dgm:prSet/>
      <dgm:spPr/>
      <dgm:t>
        <a:bodyPr/>
        <a:lstStyle/>
        <a:p>
          <a:r>
            <a:rPr lang="en-US" dirty="0"/>
            <a:t>Our software is plug and play type where we can add New features and integrate multiple instruments.</a:t>
          </a:r>
          <a:endParaRPr lang="en-IN" dirty="0"/>
        </a:p>
      </dgm:t>
    </dgm:pt>
    <dgm:pt modelId="{52E5F530-D513-49E2-B137-0DDAA2458DBF}" type="parTrans" cxnId="{52DB8170-B930-4857-AF60-118B7BD7AB4E}">
      <dgm:prSet/>
      <dgm:spPr/>
      <dgm:t>
        <a:bodyPr/>
        <a:lstStyle/>
        <a:p>
          <a:endParaRPr lang="en-IN"/>
        </a:p>
      </dgm:t>
    </dgm:pt>
    <dgm:pt modelId="{D1C6AA6B-DFEF-4334-AFE8-383C7B521EA2}" type="sibTrans" cxnId="{52DB8170-B930-4857-AF60-118B7BD7AB4E}">
      <dgm:prSet/>
      <dgm:spPr/>
      <dgm:t>
        <a:bodyPr/>
        <a:lstStyle/>
        <a:p>
          <a:endParaRPr lang="en-IN"/>
        </a:p>
      </dgm:t>
    </dgm:pt>
    <dgm:pt modelId="{B3547F5D-CE3C-457E-84E5-77DDC7BD92A5}">
      <dgm:prSet/>
      <dgm:spPr/>
      <dgm:t>
        <a:bodyPr/>
        <a:lstStyle/>
        <a:p>
          <a:r>
            <a:rPr lang="en-US" dirty="0"/>
            <a:t>Admin can manage all the activities like monitoring the meters, can Control the meters, Billing.</a:t>
          </a:r>
          <a:endParaRPr lang="en-IN" dirty="0"/>
        </a:p>
      </dgm:t>
    </dgm:pt>
    <dgm:pt modelId="{AE767C7E-28E9-4EB4-B85B-19C87D1788A9}" type="parTrans" cxnId="{60722427-6ECF-4B2E-A1EA-A19034B770A1}">
      <dgm:prSet/>
      <dgm:spPr/>
      <dgm:t>
        <a:bodyPr/>
        <a:lstStyle/>
        <a:p>
          <a:endParaRPr lang="en-IN"/>
        </a:p>
      </dgm:t>
    </dgm:pt>
    <dgm:pt modelId="{E804AE6C-DBDD-4B7B-AFCB-A8DE54385F40}" type="sibTrans" cxnId="{60722427-6ECF-4B2E-A1EA-A19034B770A1}">
      <dgm:prSet/>
      <dgm:spPr/>
      <dgm:t>
        <a:bodyPr/>
        <a:lstStyle/>
        <a:p>
          <a:endParaRPr lang="en-IN"/>
        </a:p>
      </dgm:t>
    </dgm:pt>
    <dgm:pt modelId="{700937C2-6E3C-4AD8-B20B-C340438EE66E}">
      <dgm:prSet/>
      <dgm:spPr/>
      <dgm:t>
        <a:bodyPr/>
        <a:lstStyle/>
        <a:p>
          <a:r>
            <a:rPr lang="en-US" dirty="0"/>
            <a:t>User can monitor his/her usage, register a query, Download the Bills  and Pay the bills. </a:t>
          </a:r>
          <a:endParaRPr lang="en-IN" dirty="0"/>
        </a:p>
      </dgm:t>
    </dgm:pt>
    <dgm:pt modelId="{BE550A78-2EFF-430A-B345-1D3C0A11D962}" type="parTrans" cxnId="{60A9E4FD-0770-4546-80E8-869C2C078540}">
      <dgm:prSet/>
      <dgm:spPr/>
      <dgm:t>
        <a:bodyPr/>
        <a:lstStyle/>
        <a:p>
          <a:endParaRPr lang="en-IN"/>
        </a:p>
      </dgm:t>
    </dgm:pt>
    <dgm:pt modelId="{9246F3F6-B26D-4277-A024-3CA5D18FE536}" type="sibTrans" cxnId="{60A9E4FD-0770-4546-80E8-869C2C078540}">
      <dgm:prSet/>
      <dgm:spPr/>
      <dgm:t>
        <a:bodyPr/>
        <a:lstStyle/>
        <a:p>
          <a:endParaRPr lang="en-IN"/>
        </a:p>
      </dgm:t>
    </dgm:pt>
    <dgm:pt modelId="{417D5475-09AB-4695-9CF3-FFD143F4EAFC}">
      <dgm:prSet/>
      <dgm:spPr/>
      <dgm:t>
        <a:bodyPr/>
        <a:lstStyle/>
        <a:p>
          <a:r>
            <a:rPr lang="en-US"/>
            <a:t>SMS Alerts will be sent to customers during Low credit Balance and on Bill Payments.</a:t>
          </a:r>
          <a:endParaRPr lang="en-IN"/>
        </a:p>
      </dgm:t>
    </dgm:pt>
    <dgm:pt modelId="{57365D5C-B3C6-4851-84FB-2DED4EDB96A3}" type="parTrans" cxnId="{46078E54-E286-440C-ADD4-9E445DB09955}">
      <dgm:prSet/>
      <dgm:spPr/>
      <dgm:t>
        <a:bodyPr/>
        <a:lstStyle/>
        <a:p>
          <a:endParaRPr lang="en-IN"/>
        </a:p>
      </dgm:t>
    </dgm:pt>
    <dgm:pt modelId="{063D75FB-CA66-4A64-A204-7BD707D22AA6}" type="sibTrans" cxnId="{46078E54-E286-440C-ADD4-9E445DB09955}">
      <dgm:prSet/>
      <dgm:spPr/>
      <dgm:t>
        <a:bodyPr/>
        <a:lstStyle/>
        <a:p>
          <a:endParaRPr lang="en-IN"/>
        </a:p>
      </dgm:t>
    </dgm:pt>
    <dgm:pt modelId="{41E844E6-F0C2-479C-BEE0-BA34BD9876F9}">
      <dgm:prSet/>
      <dgm:spPr/>
      <dgm:t>
        <a:bodyPr/>
        <a:lstStyle/>
        <a:p>
          <a:r>
            <a:rPr lang="en-US"/>
            <a:t>Customizable to add more features based on client requirements.</a:t>
          </a:r>
          <a:endParaRPr lang="en-IN"/>
        </a:p>
      </dgm:t>
    </dgm:pt>
    <dgm:pt modelId="{341206A8-2A37-4DAD-8811-2BB89181C39F}" type="parTrans" cxnId="{B1A5DCE5-DE26-4473-9C29-1EC12A76CAE8}">
      <dgm:prSet/>
      <dgm:spPr/>
      <dgm:t>
        <a:bodyPr/>
        <a:lstStyle/>
        <a:p>
          <a:endParaRPr lang="en-IN"/>
        </a:p>
      </dgm:t>
    </dgm:pt>
    <dgm:pt modelId="{86C2674B-BC54-4728-95C1-298604ADF102}" type="sibTrans" cxnId="{B1A5DCE5-DE26-4473-9C29-1EC12A76CAE8}">
      <dgm:prSet/>
      <dgm:spPr/>
      <dgm:t>
        <a:bodyPr/>
        <a:lstStyle/>
        <a:p>
          <a:endParaRPr lang="en-IN"/>
        </a:p>
      </dgm:t>
    </dgm:pt>
    <dgm:pt modelId="{5563A2AF-11AD-4921-B9BF-39963EE368FF}" type="pres">
      <dgm:prSet presAssocID="{D8A3CA11-C394-4035-A046-AB7DDE53A7D8}" presName="Name0" presStyleCnt="0">
        <dgm:presLayoutVars>
          <dgm:chMax val="7"/>
          <dgm:chPref val="7"/>
          <dgm:dir/>
        </dgm:presLayoutVars>
      </dgm:prSet>
      <dgm:spPr/>
    </dgm:pt>
    <dgm:pt modelId="{45AC0A38-32AD-4A1F-842F-04338FD8B1EE}" type="pres">
      <dgm:prSet presAssocID="{D8A3CA11-C394-4035-A046-AB7DDE53A7D8}" presName="Name1" presStyleCnt="0"/>
      <dgm:spPr/>
    </dgm:pt>
    <dgm:pt modelId="{24123009-64EF-47CB-B471-B7819D4BF3BC}" type="pres">
      <dgm:prSet presAssocID="{D8A3CA11-C394-4035-A046-AB7DDE53A7D8}" presName="cycle" presStyleCnt="0"/>
      <dgm:spPr/>
    </dgm:pt>
    <dgm:pt modelId="{50F67D26-5E4B-4F9D-89EC-332F558A9C9F}" type="pres">
      <dgm:prSet presAssocID="{D8A3CA11-C394-4035-A046-AB7DDE53A7D8}" presName="srcNode" presStyleLbl="node1" presStyleIdx="0" presStyleCnt="7"/>
      <dgm:spPr/>
    </dgm:pt>
    <dgm:pt modelId="{6B47BDCA-EC5E-410A-BD56-58E82005B9B4}" type="pres">
      <dgm:prSet presAssocID="{D8A3CA11-C394-4035-A046-AB7DDE53A7D8}" presName="conn" presStyleLbl="parChTrans1D2" presStyleIdx="0" presStyleCnt="1"/>
      <dgm:spPr/>
    </dgm:pt>
    <dgm:pt modelId="{A444CBE8-5593-45F4-879D-806DD3BFD736}" type="pres">
      <dgm:prSet presAssocID="{D8A3CA11-C394-4035-A046-AB7DDE53A7D8}" presName="extraNode" presStyleLbl="node1" presStyleIdx="0" presStyleCnt="7"/>
      <dgm:spPr/>
    </dgm:pt>
    <dgm:pt modelId="{48AB2F6C-F007-451F-8966-CC0DF2D130DD}" type="pres">
      <dgm:prSet presAssocID="{D8A3CA11-C394-4035-A046-AB7DDE53A7D8}" presName="dstNode" presStyleLbl="node1" presStyleIdx="0" presStyleCnt="7"/>
      <dgm:spPr/>
    </dgm:pt>
    <dgm:pt modelId="{3BDA3C9E-333F-4014-9AB1-E4E18721AA79}" type="pres">
      <dgm:prSet presAssocID="{3418347E-2386-41B4-B832-59959590CC06}" presName="text_1" presStyleLbl="node1" presStyleIdx="0" presStyleCnt="7" custScaleY="136381">
        <dgm:presLayoutVars>
          <dgm:bulletEnabled val="1"/>
        </dgm:presLayoutVars>
      </dgm:prSet>
      <dgm:spPr/>
    </dgm:pt>
    <dgm:pt modelId="{95ACC43E-4738-4AC6-A88F-D26A521AC021}" type="pres">
      <dgm:prSet presAssocID="{3418347E-2386-41B4-B832-59959590CC06}" presName="accent_1" presStyleCnt="0"/>
      <dgm:spPr/>
    </dgm:pt>
    <dgm:pt modelId="{EA202AD6-7AE4-4BF3-8060-179627A8ACA7}" type="pres">
      <dgm:prSet presAssocID="{3418347E-2386-41B4-B832-59959590CC06}" presName="accentRepeatNode" presStyleLbl="solidFgAcc1" presStyleIdx="0" presStyleCnt="7"/>
      <dgm:spPr/>
    </dgm:pt>
    <dgm:pt modelId="{EF833444-A097-47F8-B9B8-315B4D8721EF}" type="pres">
      <dgm:prSet presAssocID="{2F55270B-DEA0-41A2-9D6E-8CA68D9F2BE1}" presName="text_2" presStyleLbl="node1" presStyleIdx="1" presStyleCnt="7" custScaleY="136381">
        <dgm:presLayoutVars>
          <dgm:bulletEnabled val="1"/>
        </dgm:presLayoutVars>
      </dgm:prSet>
      <dgm:spPr/>
    </dgm:pt>
    <dgm:pt modelId="{38089FE8-2E02-477A-ACC4-62C5CB8A79C1}" type="pres">
      <dgm:prSet presAssocID="{2F55270B-DEA0-41A2-9D6E-8CA68D9F2BE1}" presName="accent_2" presStyleCnt="0"/>
      <dgm:spPr/>
    </dgm:pt>
    <dgm:pt modelId="{08F7DF45-CB75-45D3-B0EB-DD280EAB9DA0}" type="pres">
      <dgm:prSet presAssocID="{2F55270B-DEA0-41A2-9D6E-8CA68D9F2BE1}" presName="accentRepeatNode" presStyleLbl="solidFgAcc1" presStyleIdx="1" presStyleCnt="7"/>
      <dgm:spPr/>
    </dgm:pt>
    <dgm:pt modelId="{26001C52-9AC1-43E8-9F62-9083B61E5880}" type="pres">
      <dgm:prSet presAssocID="{A605841C-5FE7-4A1E-9BFE-B10FE2CFCE5F}" presName="text_3" presStyleLbl="node1" presStyleIdx="2" presStyleCnt="7" custScaleY="136381">
        <dgm:presLayoutVars>
          <dgm:bulletEnabled val="1"/>
        </dgm:presLayoutVars>
      </dgm:prSet>
      <dgm:spPr/>
    </dgm:pt>
    <dgm:pt modelId="{10FD68FA-1600-45AE-971F-E2A9AF13C40F}" type="pres">
      <dgm:prSet presAssocID="{A605841C-5FE7-4A1E-9BFE-B10FE2CFCE5F}" presName="accent_3" presStyleCnt="0"/>
      <dgm:spPr/>
    </dgm:pt>
    <dgm:pt modelId="{7437A7B8-C45E-48DA-93C9-46961BAECEC9}" type="pres">
      <dgm:prSet presAssocID="{A605841C-5FE7-4A1E-9BFE-B10FE2CFCE5F}" presName="accentRepeatNode" presStyleLbl="solidFgAcc1" presStyleIdx="2" presStyleCnt="7"/>
      <dgm:spPr/>
    </dgm:pt>
    <dgm:pt modelId="{F8FC2B56-022C-44F8-9F14-4F8EC90A4593}" type="pres">
      <dgm:prSet presAssocID="{B3547F5D-CE3C-457E-84E5-77DDC7BD92A5}" presName="text_4" presStyleLbl="node1" presStyleIdx="3" presStyleCnt="7" custScaleY="136381">
        <dgm:presLayoutVars>
          <dgm:bulletEnabled val="1"/>
        </dgm:presLayoutVars>
      </dgm:prSet>
      <dgm:spPr/>
    </dgm:pt>
    <dgm:pt modelId="{D52ACD98-2C06-4841-A52E-5399D9EE681B}" type="pres">
      <dgm:prSet presAssocID="{B3547F5D-CE3C-457E-84E5-77DDC7BD92A5}" presName="accent_4" presStyleCnt="0"/>
      <dgm:spPr/>
    </dgm:pt>
    <dgm:pt modelId="{E8CD59BE-61CF-4BBD-8F36-450657715FDF}" type="pres">
      <dgm:prSet presAssocID="{B3547F5D-CE3C-457E-84E5-77DDC7BD92A5}" presName="accentRepeatNode" presStyleLbl="solidFgAcc1" presStyleIdx="3" presStyleCnt="7"/>
      <dgm:spPr/>
    </dgm:pt>
    <dgm:pt modelId="{870FBFE3-843E-4586-9EC1-DEC007606813}" type="pres">
      <dgm:prSet presAssocID="{700937C2-6E3C-4AD8-B20B-C340438EE66E}" presName="text_5" presStyleLbl="node1" presStyleIdx="4" presStyleCnt="7" custScaleY="136381">
        <dgm:presLayoutVars>
          <dgm:bulletEnabled val="1"/>
        </dgm:presLayoutVars>
      </dgm:prSet>
      <dgm:spPr/>
    </dgm:pt>
    <dgm:pt modelId="{4BCE1475-0228-44C1-B49F-07E891146361}" type="pres">
      <dgm:prSet presAssocID="{700937C2-6E3C-4AD8-B20B-C340438EE66E}" presName="accent_5" presStyleCnt="0"/>
      <dgm:spPr/>
    </dgm:pt>
    <dgm:pt modelId="{43FF4BF4-F949-4A8D-A5E7-FBE548F4B659}" type="pres">
      <dgm:prSet presAssocID="{700937C2-6E3C-4AD8-B20B-C340438EE66E}" presName="accentRepeatNode" presStyleLbl="solidFgAcc1" presStyleIdx="4" presStyleCnt="7"/>
      <dgm:spPr/>
    </dgm:pt>
    <dgm:pt modelId="{E0C6DCAC-5EAD-44E7-BCD5-05771ED1AE3C}" type="pres">
      <dgm:prSet presAssocID="{417D5475-09AB-4695-9CF3-FFD143F4EAFC}" presName="text_6" presStyleLbl="node1" presStyleIdx="5" presStyleCnt="7" custScaleY="136381">
        <dgm:presLayoutVars>
          <dgm:bulletEnabled val="1"/>
        </dgm:presLayoutVars>
      </dgm:prSet>
      <dgm:spPr/>
    </dgm:pt>
    <dgm:pt modelId="{C88A73AA-3A0B-4CCC-86DB-6332832E1442}" type="pres">
      <dgm:prSet presAssocID="{417D5475-09AB-4695-9CF3-FFD143F4EAFC}" presName="accent_6" presStyleCnt="0"/>
      <dgm:spPr/>
    </dgm:pt>
    <dgm:pt modelId="{BE542B78-CA7C-4B93-B2B0-6B4A14C75571}" type="pres">
      <dgm:prSet presAssocID="{417D5475-09AB-4695-9CF3-FFD143F4EAFC}" presName="accentRepeatNode" presStyleLbl="solidFgAcc1" presStyleIdx="5" presStyleCnt="7"/>
      <dgm:spPr/>
    </dgm:pt>
    <dgm:pt modelId="{807F04DA-2B14-4A1D-8D60-F4C6C430555B}" type="pres">
      <dgm:prSet presAssocID="{41E844E6-F0C2-479C-BEE0-BA34BD9876F9}" presName="text_7" presStyleLbl="node1" presStyleIdx="6" presStyleCnt="7" custScaleY="136381">
        <dgm:presLayoutVars>
          <dgm:bulletEnabled val="1"/>
        </dgm:presLayoutVars>
      </dgm:prSet>
      <dgm:spPr/>
    </dgm:pt>
    <dgm:pt modelId="{C3ABBE77-0E36-40B6-AA36-F9BCD05995DF}" type="pres">
      <dgm:prSet presAssocID="{41E844E6-F0C2-479C-BEE0-BA34BD9876F9}" presName="accent_7" presStyleCnt="0"/>
      <dgm:spPr/>
    </dgm:pt>
    <dgm:pt modelId="{920E7A49-8B97-4D02-BA1D-F3962489BF69}" type="pres">
      <dgm:prSet presAssocID="{41E844E6-F0C2-479C-BEE0-BA34BD9876F9}" presName="accentRepeatNode" presStyleLbl="solidFgAcc1" presStyleIdx="6" presStyleCnt="7"/>
      <dgm:spPr/>
    </dgm:pt>
  </dgm:ptLst>
  <dgm:cxnLst>
    <dgm:cxn modelId="{07361D05-C9B9-4A20-9F59-862EB24906CC}" type="presOf" srcId="{3418347E-2386-41B4-B832-59959590CC06}" destId="{3BDA3C9E-333F-4014-9AB1-E4E18721AA79}" srcOrd="0" destOrd="0" presId="urn:microsoft.com/office/officeart/2008/layout/VerticalCurvedList"/>
    <dgm:cxn modelId="{E350CD0C-452E-4EFD-8494-C26450DE2A06}" type="presOf" srcId="{45BB7557-C6EF-4DCC-8F4C-64ACB0647183}" destId="{6B47BDCA-EC5E-410A-BD56-58E82005B9B4}" srcOrd="0" destOrd="0" presId="urn:microsoft.com/office/officeart/2008/layout/VerticalCurvedList"/>
    <dgm:cxn modelId="{5443AF1A-6D38-4B9C-9657-43B790067598}" srcId="{D8A3CA11-C394-4035-A046-AB7DDE53A7D8}" destId="{3418347E-2386-41B4-B832-59959590CC06}" srcOrd="0" destOrd="0" parTransId="{65170EAB-3F20-4AA6-89F2-B08D1044C837}" sibTransId="{45BB7557-C6EF-4DCC-8F4C-64ACB0647183}"/>
    <dgm:cxn modelId="{9A8FB622-3635-44AF-9394-1DF1BDE7D786}" type="presOf" srcId="{417D5475-09AB-4695-9CF3-FFD143F4EAFC}" destId="{E0C6DCAC-5EAD-44E7-BCD5-05771ED1AE3C}" srcOrd="0" destOrd="0" presId="urn:microsoft.com/office/officeart/2008/layout/VerticalCurvedList"/>
    <dgm:cxn modelId="{60722427-6ECF-4B2E-A1EA-A19034B770A1}" srcId="{D8A3CA11-C394-4035-A046-AB7DDE53A7D8}" destId="{B3547F5D-CE3C-457E-84E5-77DDC7BD92A5}" srcOrd="3" destOrd="0" parTransId="{AE767C7E-28E9-4EB4-B85B-19C87D1788A9}" sibTransId="{E804AE6C-DBDD-4B7B-AFCB-A8DE54385F40}"/>
    <dgm:cxn modelId="{C121F25D-E9FB-4F63-B1DE-B5971D490043}" type="presOf" srcId="{D8A3CA11-C394-4035-A046-AB7DDE53A7D8}" destId="{5563A2AF-11AD-4921-B9BF-39963EE368FF}" srcOrd="0" destOrd="0" presId="urn:microsoft.com/office/officeart/2008/layout/VerticalCurvedList"/>
    <dgm:cxn modelId="{387D7660-D880-473F-B3CD-8B0E0480B00E}" type="presOf" srcId="{B3547F5D-CE3C-457E-84E5-77DDC7BD92A5}" destId="{F8FC2B56-022C-44F8-9F14-4F8EC90A4593}" srcOrd="0" destOrd="0" presId="urn:microsoft.com/office/officeart/2008/layout/VerticalCurvedList"/>
    <dgm:cxn modelId="{6E296467-5271-4185-BE92-8899E14BB485}" type="presOf" srcId="{700937C2-6E3C-4AD8-B20B-C340438EE66E}" destId="{870FBFE3-843E-4586-9EC1-DEC007606813}" srcOrd="0" destOrd="0" presId="urn:microsoft.com/office/officeart/2008/layout/VerticalCurvedList"/>
    <dgm:cxn modelId="{5CB9AA4F-9BBB-4E3D-A3A4-D1E15D3B008E}" type="presOf" srcId="{A605841C-5FE7-4A1E-9BFE-B10FE2CFCE5F}" destId="{26001C52-9AC1-43E8-9F62-9083B61E5880}" srcOrd="0" destOrd="0" presId="urn:microsoft.com/office/officeart/2008/layout/VerticalCurvedList"/>
    <dgm:cxn modelId="{52DB8170-B930-4857-AF60-118B7BD7AB4E}" srcId="{D8A3CA11-C394-4035-A046-AB7DDE53A7D8}" destId="{A605841C-5FE7-4A1E-9BFE-B10FE2CFCE5F}" srcOrd="2" destOrd="0" parTransId="{52E5F530-D513-49E2-B137-0DDAA2458DBF}" sibTransId="{D1C6AA6B-DFEF-4334-AFE8-383C7B521EA2}"/>
    <dgm:cxn modelId="{46078E54-E286-440C-ADD4-9E445DB09955}" srcId="{D8A3CA11-C394-4035-A046-AB7DDE53A7D8}" destId="{417D5475-09AB-4695-9CF3-FFD143F4EAFC}" srcOrd="5" destOrd="0" parTransId="{57365D5C-B3C6-4851-84FB-2DED4EDB96A3}" sibTransId="{063D75FB-CA66-4A64-A204-7BD707D22AA6}"/>
    <dgm:cxn modelId="{9B0D6A95-BA90-4F9F-82F1-61B6515FB9F2}" type="presOf" srcId="{41E844E6-F0C2-479C-BEE0-BA34BD9876F9}" destId="{807F04DA-2B14-4A1D-8D60-F4C6C430555B}" srcOrd="0" destOrd="0" presId="urn:microsoft.com/office/officeart/2008/layout/VerticalCurvedList"/>
    <dgm:cxn modelId="{4FC4B3CF-4E2D-4A7E-A957-2A1DA86C80F4}" type="presOf" srcId="{2F55270B-DEA0-41A2-9D6E-8CA68D9F2BE1}" destId="{EF833444-A097-47F8-B9B8-315B4D8721EF}" srcOrd="0" destOrd="0" presId="urn:microsoft.com/office/officeart/2008/layout/VerticalCurvedList"/>
    <dgm:cxn modelId="{17BE71D0-E0F5-4EBC-86D8-07AE2C9FDDC2}" srcId="{D8A3CA11-C394-4035-A046-AB7DDE53A7D8}" destId="{2F55270B-DEA0-41A2-9D6E-8CA68D9F2BE1}" srcOrd="1" destOrd="0" parTransId="{EF241AF8-FA78-437F-ADD5-55F10A000BFD}" sibTransId="{A43A8F7A-EFC1-48BF-979B-C3277C1FF70E}"/>
    <dgm:cxn modelId="{B1A5DCE5-DE26-4473-9C29-1EC12A76CAE8}" srcId="{D8A3CA11-C394-4035-A046-AB7DDE53A7D8}" destId="{41E844E6-F0C2-479C-BEE0-BA34BD9876F9}" srcOrd="6" destOrd="0" parTransId="{341206A8-2A37-4DAD-8811-2BB89181C39F}" sibTransId="{86C2674B-BC54-4728-95C1-298604ADF102}"/>
    <dgm:cxn modelId="{60A9E4FD-0770-4546-80E8-869C2C078540}" srcId="{D8A3CA11-C394-4035-A046-AB7DDE53A7D8}" destId="{700937C2-6E3C-4AD8-B20B-C340438EE66E}" srcOrd="4" destOrd="0" parTransId="{BE550A78-2EFF-430A-B345-1D3C0A11D962}" sibTransId="{9246F3F6-B26D-4277-A024-3CA5D18FE536}"/>
    <dgm:cxn modelId="{1987A7F1-EBD2-4BB6-AE56-8885EBFB1232}" type="presParOf" srcId="{5563A2AF-11AD-4921-B9BF-39963EE368FF}" destId="{45AC0A38-32AD-4A1F-842F-04338FD8B1EE}" srcOrd="0" destOrd="0" presId="urn:microsoft.com/office/officeart/2008/layout/VerticalCurvedList"/>
    <dgm:cxn modelId="{016F8C2C-527C-4C63-8089-0558474B6A8F}" type="presParOf" srcId="{45AC0A38-32AD-4A1F-842F-04338FD8B1EE}" destId="{24123009-64EF-47CB-B471-B7819D4BF3BC}" srcOrd="0" destOrd="0" presId="urn:microsoft.com/office/officeart/2008/layout/VerticalCurvedList"/>
    <dgm:cxn modelId="{67BFD002-A33A-4802-BC5F-F70B850FE74F}" type="presParOf" srcId="{24123009-64EF-47CB-B471-B7819D4BF3BC}" destId="{50F67D26-5E4B-4F9D-89EC-332F558A9C9F}" srcOrd="0" destOrd="0" presId="urn:microsoft.com/office/officeart/2008/layout/VerticalCurvedList"/>
    <dgm:cxn modelId="{E64CF71E-5EF1-4D2D-B012-2E0CEFE0F270}" type="presParOf" srcId="{24123009-64EF-47CB-B471-B7819D4BF3BC}" destId="{6B47BDCA-EC5E-410A-BD56-58E82005B9B4}" srcOrd="1" destOrd="0" presId="urn:microsoft.com/office/officeart/2008/layout/VerticalCurvedList"/>
    <dgm:cxn modelId="{D8B337BF-C3A4-400E-8EC4-F0E9A243D293}" type="presParOf" srcId="{24123009-64EF-47CB-B471-B7819D4BF3BC}" destId="{A444CBE8-5593-45F4-879D-806DD3BFD736}" srcOrd="2" destOrd="0" presId="urn:microsoft.com/office/officeart/2008/layout/VerticalCurvedList"/>
    <dgm:cxn modelId="{099F8642-7368-478C-A5AC-EBF3245C2A1A}" type="presParOf" srcId="{24123009-64EF-47CB-B471-B7819D4BF3BC}" destId="{48AB2F6C-F007-451F-8966-CC0DF2D130DD}" srcOrd="3" destOrd="0" presId="urn:microsoft.com/office/officeart/2008/layout/VerticalCurvedList"/>
    <dgm:cxn modelId="{149E6F27-B77D-4F5F-8C11-A9C3D1029F75}" type="presParOf" srcId="{45AC0A38-32AD-4A1F-842F-04338FD8B1EE}" destId="{3BDA3C9E-333F-4014-9AB1-E4E18721AA79}" srcOrd="1" destOrd="0" presId="urn:microsoft.com/office/officeart/2008/layout/VerticalCurvedList"/>
    <dgm:cxn modelId="{88586150-5D70-4A03-9DD7-475505F90CD7}" type="presParOf" srcId="{45AC0A38-32AD-4A1F-842F-04338FD8B1EE}" destId="{95ACC43E-4738-4AC6-A88F-D26A521AC021}" srcOrd="2" destOrd="0" presId="urn:microsoft.com/office/officeart/2008/layout/VerticalCurvedList"/>
    <dgm:cxn modelId="{5A3F9342-AAA0-400C-9D7F-D95C6C3AB332}" type="presParOf" srcId="{95ACC43E-4738-4AC6-A88F-D26A521AC021}" destId="{EA202AD6-7AE4-4BF3-8060-179627A8ACA7}" srcOrd="0" destOrd="0" presId="urn:microsoft.com/office/officeart/2008/layout/VerticalCurvedList"/>
    <dgm:cxn modelId="{9525E4D5-C87C-4382-B974-5A24A565F76C}" type="presParOf" srcId="{45AC0A38-32AD-4A1F-842F-04338FD8B1EE}" destId="{EF833444-A097-47F8-B9B8-315B4D8721EF}" srcOrd="3" destOrd="0" presId="urn:microsoft.com/office/officeart/2008/layout/VerticalCurvedList"/>
    <dgm:cxn modelId="{0C83A230-1320-4AF3-A203-162CC7077396}" type="presParOf" srcId="{45AC0A38-32AD-4A1F-842F-04338FD8B1EE}" destId="{38089FE8-2E02-477A-ACC4-62C5CB8A79C1}" srcOrd="4" destOrd="0" presId="urn:microsoft.com/office/officeart/2008/layout/VerticalCurvedList"/>
    <dgm:cxn modelId="{2CD5C769-F14E-46DB-A2FF-ADDC7D15C80E}" type="presParOf" srcId="{38089FE8-2E02-477A-ACC4-62C5CB8A79C1}" destId="{08F7DF45-CB75-45D3-B0EB-DD280EAB9DA0}" srcOrd="0" destOrd="0" presId="urn:microsoft.com/office/officeart/2008/layout/VerticalCurvedList"/>
    <dgm:cxn modelId="{29F9B342-1B39-4407-B5CA-F3E7547E646A}" type="presParOf" srcId="{45AC0A38-32AD-4A1F-842F-04338FD8B1EE}" destId="{26001C52-9AC1-43E8-9F62-9083B61E5880}" srcOrd="5" destOrd="0" presId="urn:microsoft.com/office/officeart/2008/layout/VerticalCurvedList"/>
    <dgm:cxn modelId="{3329C58A-F7C1-464A-92AE-2C4F3BDAF0AB}" type="presParOf" srcId="{45AC0A38-32AD-4A1F-842F-04338FD8B1EE}" destId="{10FD68FA-1600-45AE-971F-E2A9AF13C40F}" srcOrd="6" destOrd="0" presId="urn:microsoft.com/office/officeart/2008/layout/VerticalCurvedList"/>
    <dgm:cxn modelId="{D4B956E9-A1E7-490A-B08D-17C5648894AB}" type="presParOf" srcId="{10FD68FA-1600-45AE-971F-E2A9AF13C40F}" destId="{7437A7B8-C45E-48DA-93C9-46961BAECEC9}" srcOrd="0" destOrd="0" presId="urn:microsoft.com/office/officeart/2008/layout/VerticalCurvedList"/>
    <dgm:cxn modelId="{93B3BECA-5776-4621-B703-DEDDC2937181}" type="presParOf" srcId="{45AC0A38-32AD-4A1F-842F-04338FD8B1EE}" destId="{F8FC2B56-022C-44F8-9F14-4F8EC90A4593}" srcOrd="7" destOrd="0" presId="urn:microsoft.com/office/officeart/2008/layout/VerticalCurvedList"/>
    <dgm:cxn modelId="{C3948B14-C176-43B3-8783-5DA75A6070C1}" type="presParOf" srcId="{45AC0A38-32AD-4A1F-842F-04338FD8B1EE}" destId="{D52ACD98-2C06-4841-A52E-5399D9EE681B}" srcOrd="8" destOrd="0" presId="urn:microsoft.com/office/officeart/2008/layout/VerticalCurvedList"/>
    <dgm:cxn modelId="{97207B35-51C6-423C-B2A7-A9AAAFF3F591}" type="presParOf" srcId="{D52ACD98-2C06-4841-A52E-5399D9EE681B}" destId="{E8CD59BE-61CF-4BBD-8F36-450657715FDF}" srcOrd="0" destOrd="0" presId="urn:microsoft.com/office/officeart/2008/layout/VerticalCurvedList"/>
    <dgm:cxn modelId="{7278C06D-F6AC-4E41-BB6D-39B840F18AFB}" type="presParOf" srcId="{45AC0A38-32AD-4A1F-842F-04338FD8B1EE}" destId="{870FBFE3-843E-4586-9EC1-DEC007606813}" srcOrd="9" destOrd="0" presId="urn:microsoft.com/office/officeart/2008/layout/VerticalCurvedList"/>
    <dgm:cxn modelId="{2BF4E0B2-4103-413B-BF47-F55290D547B0}" type="presParOf" srcId="{45AC0A38-32AD-4A1F-842F-04338FD8B1EE}" destId="{4BCE1475-0228-44C1-B49F-07E891146361}" srcOrd="10" destOrd="0" presId="urn:microsoft.com/office/officeart/2008/layout/VerticalCurvedList"/>
    <dgm:cxn modelId="{E9E2CA67-14B5-4CB8-BA43-5301A55F39D7}" type="presParOf" srcId="{4BCE1475-0228-44C1-B49F-07E891146361}" destId="{43FF4BF4-F949-4A8D-A5E7-FBE548F4B659}" srcOrd="0" destOrd="0" presId="urn:microsoft.com/office/officeart/2008/layout/VerticalCurvedList"/>
    <dgm:cxn modelId="{D2045351-6D9B-4EA9-A919-D7368C998107}" type="presParOf" srcId="{45AC0A38-32AD-4A1F-842F-04338FD8B1EE}" destId="{E0C6DCAC-5EAD-44E7-BCD5-05771ED1AE3C}" srcOrd="11" destOrd="0" presId="urn:microsoft.com/office/officeart/2008/layout/VerticalCurvedList"/>
    <dgm:cxn modelId="{F47C4DE9-9BD6-410C-AE97-B86C430BFD82}" type="presParOf" srcId="{45AC0A38-32AD-4A1F-842F-04338FD8B1EE}" destId="{C88A73AA-3A0B-4CCC-86DB-6332832E1442}" srcOrd="12" destOrd="0" presId="urn:microsoft.com/office/officeart/2008/layout/VerticalCurvedList"/>
    <dgm:cxn modelId="{3B2158BA-EDFB-4F6B-9646-C542D25AC2A5}" type="presParOf" srcId="{C88A73AA-3A0B-4CCC-86DB-6332832E1442}" destId="{BE542B78-CA7C-4B93-B2B0-6B4A14C75571}" srcOrd="0" destOrd="0" presId="urn:microsoft.com/office/officeart/2008/layout/VerticalCurvedList"/>
    <dgm:cxn modelId="{93010501-D1BB-40BF-9551-37E85B048D89}" type="presParOf" srcId="{45AC0A38-32AD-4A1F-842F-04338FD8B1EE}" destId="{807F04DA-2B14-4A1D-8D60-F4C6C430555B}" srcOrd="13" destOrd="0" presId="urn:microsoft.com/office/officeart/2008/layout/VerticalCurvedList"/>
    <dgm:cxn modelId="{36F853EF-006B-4DD6-93CD-EC81BDD55572}" type="presParOf" srcId="{45AC0A38-32AD-4A1F-842F-04338FD8B1EE}" destId="{C3ABBE77-0E36-40B6-AA36-F9BCD05995DF}" srcOrd="14" destOrd="0" presId="urn:microsoft.com/office/officeart/2008/layout/VerticalCurvedList"/>
    <dgm:cxn modelId="{EEA7B109-1D9D-4BAF-A9AE-8E8DEDCD5D82}" type="presParOf" srcId="{C3ABBE77-0E36-40B6-AA36-F9BCD05995DF}" destId="{920E7A49-8B97-4D02-BA1D-F3962489BF69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C587260A-4419-493F-82AA-67A3F7FA0BFB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3267D0C-FF3A-4654-A845-0EDE678B800C}">
      <dgm:prSet/>
      <dgm:spPr/>
      <dgm:t>
        <a:bodyPr/>
        <a:lstStyle/>
        <a:p>
          <a:r>
            <a:rPr lang="en-US"/>
            <a:t>We provide Comprehensive AMC to our customer, we cover malfunctioned or defective product.</a:t>
          </a:r>
          <a:endParaRPr lang="en-IN"/>
        </a:p>
      </dgm:t>
    </dgm:pt>
    <dgm:pt modelId="{FFEA71D4-4B30-48F2-82D6-CFB82451DB28}" type="parTrans" cxnId="{834595D9-D990-423F-B278-B64DEDB9C4E5}">
      <dgm:prSet/>
      <dgm:spPr/>
      <dgm:t>
        <a:bodyPr/>
        <a:lstStyle/>
        <a:p>
          <a:endParaRPr lang="en-IN"/>
        </a:p>
      </dgm:t>
    </dgm:pt>
    <dgm:pt modelId="{38C6DC0A-FAAD-4D2D-B037-3D1AB682F932}" type="sibTrans" cxnId="{834595D9-D990-423F-B278-B64DEDB9C4E5}">
      <dgm:prSet/>
      <dgm:spPr/>
      <dgm:t>
        <a:bodyPr/>
        <a:lstStyle/>
        <a:p>
          <a:endParaRPr lang="en-IN"/>
        </a:p>
      </dgm:t>
    </dgm:pt>
    <dgm:pt modelId="{4CFD3D6D-C9A1-4947-BAFD-247B9CE70A98}">
      <dgm:prSet/>
      <dgm:spPr/>
      <dgm:t>
        <a:bodyPr/>
        <a:lstStyle/>
        <a:p>
          <a:r>
            <a:rPr lang="en-US"/>
            <a:t>With comprehensive Annual maintenance contract we replace the item with New item.</a:t>
          </a:r>
          <a:endParaRPr lang="en-IN"/>
        </a:p>
      </dgm:t>
    </dgm:pt>
    <dgm:pt modelId="{E5BF9A96-2A6A-46D7-A27D-B6A1983628F0}" type="parTrans" cxnId="{11B7227B-B4B4-41CE-906A-E3E8EF0425C9}">
      <dgm:prSet/>
      <dgm:spPr/>
      <dgm:t>
        <a:bodyPr/>
        <a:lstStyle/>
        <a:p>
          <a:endParaRPr lang="en-IN"/>
        </a:p>
      </dgm:t>
    </dgm:pt>
    <dgm:pt modelId="{0FB52C0C-E8E6-43AE-871D-043A9E7DFF5E}" type="sibTrans" cxnId="{11B7227B-B4B4-41CE-906A-E3E8EF0425C9}">
      <dgm:prSet/>
      <dgm:spPr/>
      <dgm:t>
        <a:bodyPr/>
        <a:lstStyle/>
        <a:p>
          <a:endParaRPr lang="en-IN"/>
        </a:p>
      </dgm:t>
    </dgm:pt>
    <dgm:pt modelId="{3249EA20-9684-40D1-9C50-2B7A95AED2D5}">
      <dgm:prSet/>
      <dgm:spPr/>
      <dgm:t>
        <a:bodyPr/>
        <a:lstStyle/>
        <a:p>
          <a:r>
            <a:rPr lang="en-US"/>
            <a:t>AMC starts from Day 1 after the installation of the meter.</a:t>
          </a:r>
          <a:endParaRPr lang="en-IN"/>
        </a:p>
      </dgm:t>
    </dgm:pt>
    <dgm:pt modelId="{532B97F5-7376-4966-B37B-26E073F9EC94}" type="parTrans" cxnId="{CE1C7574-0987-4D0C-A3D8-D87B1FCD84C1}">
      <dgm:prSet/>
      <dgm:spPr/>
      <dgm:t>
        <a:bodyPr/>
        <a:lstStyle/>
        <a:p>
          <a:endParaRPr lang="en-IN"/>
        </a:p>
      </dgm:t>
    </dgm:pt>
    <dgm:pt modelId="{E28E5A34-4082-41F8-9302-65AD07B3C367}" type="sibTrans" cxnId="{CE1C7574-0987-4D0C-A3D8-D87B1FCD84C1}">
      <dgm:prSet/>
      <dgm:spPr/>
      <dgm:t>
        <a:bodyPr/>
        <a:lstStyle/>
        <a:p>
          <a:endParaRPr lang="en-IN"/>
        </a:p>
      </dgm:t>
    </dgm:pt>
    <dgm:pt modelId="{203B469A-F4F8-4F03-8909-BC7635677926}">
      <dgm:prSet/>
      <dgm:spPr/>
      <dgm:t>
        <a:bodyPr/>
        <a:lstStyle/>
        <a:p>
          <a:r>
            <a:rPr lang="en-US"/>
            <a:t>On Time service will be provided to our customer</a:t>
          </a:r>
          <a:endParaRPr lang="en-IN"/>
        </a:p>
      </dgm:t>
    </dgm:pt>
    <dgm:pt modelId="{CCE8AA5D-0828-4A3F-A963-CABCD16452B8}" type="parTrans" cxnId="{EF448E0B-59A2-4AAA-9331-F20FE01AF2DE}">
      <dgm:prSet/>
      <dgm:spPr/>
      <dgm:t>
        <a:bodyPr/>
        <a:lstStyle/>
        <a:p>
          <a:endParaRPr lang="en-IN"/>
        </a:p>
      </dgm:t>
    </dgm:pt>
    <dgm:pt modelId="{C13FD4EF-F38B-42E5-9C41-3CEF1D29BD15}" type="sibTrans" cxnId="{EF448E0B-59A2-4AAA-9331-F20FE01AF2DE}">
      <dgm:prSet/>
      <dgm:spPr/>
      <dgm:t>
        <a:bodyPr/>
        <a:lstStyle/>
        <a:p>
          <a:endParaRPr lang="en-IN"/>
        </a:p>
      </dgm:t>
    </dgm:pt>
    <dgm:pt modelId="{6FFCBBE8-F045-4E24-92C9-75130FCBF538}" type="pres">
      <dgm:prSet presAssocID="{C587260A-4419-493F-82AA-67A3F7FA0BFB}" presName="Name0" presStyleCnt="0">
        <dgm:presLayoutVars>
          <dgm:dir/>
          <dgm:resizeHandles val="exact"/>
        </dgm:presLayoutVars>
      </dgm:prSet>
      <dgm:spPr/>
    </dgm:pt>
    <dgm:pt modelId="{ED14BEF7-05DE-4DF8-9023-F33D82938CE6}" type="pres">
      <dgm:prSet presAssocID="{C587260A-4419-493F-82AA-67A3F7FA0BFB}" presName="arrow" presStyleLbl="bgShp" presStyleIdx="0" presStyleCnt="1"/>
      <dgm:spPr/>
    </dgm:pt>
    <dgm:pt modelId="{21E9D398-E556-4890-856C-44FABC7D8560}" type="pres">
      <dgm:prSet presAssocID="{C587260A-4419-493F-82AA-67A3F7FA0BFB}" presName="points" presStyleCnt="0"/>
      <dgm:spPr/>
    </dgm:pt>
    <dgm:pt modelId="{BC73EBA2-6B5F-4DB1-BB2F-50732BD6145C}" type="pres">
      <dgm:prSet presAssocID="{93267D0C-FF3A-4654-A845-0EDE678B800C}" presName="compositeA" presStyleCnt="0"/>
      <dgm:spPr/>
    </dgm:pt>
    <dgm:pt modelId="{F26D2A2C-5B6D-4A10-9075-132C3A7464AC}" type="pres">
      <dgm:prSet presAssocID="{93267D0C-FF3A-4654-A845-0EDE678B800C}" presName="textA" presStyleLbl="revTx" presStyleIdx="0" presStyleCnt="4">
        <dgm:presLayoutVars>
          <dgm:bulletEnabled val="1"/>
        </dgm:presLayoutVars>
      </dgm:prSet>
      <dgm:spPr/>
    </dgm:pt>
    <dgm:pt modelId="{B3B3B28F-D7DA-432B-B1BB-FDBA61B35A2A}" type="pres">
      <dgm:prSet presAssocID="{93267D0C-FF3A-4654-A845-0EDE678B800C}" presName="circleA" presStyleLbl="node1" presStyleIdx="0" presStyleCnt="4"/>
      <dgm:spPr/>
    </dgm:pt>
    <dgm:pt modelId="{0E94F9DC-E65E-464C-882A-4D2607CA2E16}" type="pres">
      <dgm:prSet presAssocID="{93267D0C-FF3A-4654-A845-0EDE678B800C}" presName="spaceA" presStyleCnt="0"/>
      <dgm:spPr/>
    </dgm:pt>
    <dgm:pt modelId="{AB514F10-5A5A-4F86-97E0-5863ECEE6EEC}" type="pres">
      <dgm:prSet presAssocID="{38C6DC0A-FAAD-4D2D-B037-3D1AB682F932}" presName="space" presStyleCnt="0"/>
      <dgm:spPr/>
    </dgm:pt>
    <dgm:pt modelId="{FAA500AA-51B2-453A-B681-933F0429855F}" type="pres">
      <dgm:prSet presAssocID="{4CFD3D6D-C9A1-4947-BAFD-247B9CE70A98}" presName="compositeB" presStyleCnt="0"/>
      <dgm:spPr/>
    </dgm:pt>
    <dgm:pt modelId="{6982FAE3-6991-42FB-A01F-3D1C3015501E}" type="pres">
      <dgm:prSet presAssocID="{4CFD3D6D-C9A1-4947-BAFD-247B9CE70A98}" presName="textB" presStyleLbl="revTx" presStyleIdx="1" presStyleCnt="4">
        <dgm:presLayoutVars>
          <dgm:bulletEnabled val="1"/>
        </dgm:presLayoutVars>
      </dgm:prSet>
      <dgm:spPr/>
    </dgm:pt>
    <dgm:pt modelId="{1F569FC9-0FA8-4944-B090-560E748241F5}" type="pres">
      <dgm:prSet presAssocID="{4CFD3D6D-C9A1-4947-BAFD-247B9CE70A98}" presName="circleB" presStyleLbl="node1" presStyleIdx="1" presStyleCnt="4"/>
      <dgm:spPr/>
    </dgm:pt>
    <dgm:pt modelId="{15C9F7AD-C5EA-43B0-99E8-DE8CC8B2C46E}" type="pres">
      <dgm:prSet presAssocID="{4CFD3D6D-C9A1-4947-BAFD-247B9CE70A98}" presName="spaceB" presStyleCnt="0"/>
      <dgm:spPr/>
    </dgm:pt>
    <dgm:pt modelId="{2427E934-38AB-43E1-8294-D48876DF9A40}" type="pres">
      <dgm:prSet presAssocID="{0FB52C0C-E8E6-43AE-871D-043A9E7DFF5E}" presName="space" presStyleCnt="0"/>
      <dgm:spPr/>
    </dgm:pt>
    <dgm:pt modelId="{24EF0F4B-7089-42A1-B39F-DC3056243DB5}" type="pres">
      <dgm:prSet presAssocID="{3249EA20-9684-40D1-9C50-2B7A95AED2D5}" presName="compositeA" presStyleCnt="0"/>
      <dgm:spPr/>
    </dgm:pt>
    <dgm:pt modelId="{A30B9B9D-C776-46F0-B5E3-FB5BB65D1D23}" type="pres">
      <dgm:prSet presAssocID="{3249EA20-9684-40D1-9C50-2B7A95AED2D5}" presName="textA" presStyleLbl="revTx" presStyleIdx="2" presStyleCnt="4">
        <dgm:presLayoutVars>
          <dgm:bulletEnabled val="1"/>
        </dgm:presLayoutVars>
      </dgm:prSet>
      <dgm:spPr/>
    </dgm:pt>
    <dgm:pt modelId="{3A09CA2D-A2AF-4A64-9478-67FBFFAAE350}" type="pres">
      <dgm:prSet presAssocID="{3249EA20-9684-40D1-9C50-2B7A95AED2D5}" presName="circleA" presStyleLbl="node1" presStyleIdx="2" presStyleCnt="4"/>
      <dgm:spPr/>
    </dgm:pt>
    <dgm:pt modelId="{6222C3F1-EA07-4FE9-8320-AF5A8891989F}" type="pres">
      <dgm:prSet presAssocID="{3249EA20-9684-40D1-9C50-2B7A95AED2D5}" presName="spaceA" presStyleCnt="0"/>
      <dgm:spPr/>
    </dgm:pt>
    <dgm:pt modelId="{407F76CC-3796-4B9F-9521-38779F5F444D}" type="pres">
      <dgm:prSet presAssocID="{E28E5A34-4082-41F8-9302-65AD07B3C367}" presName="space" presStyleCnt="0"/>
      <dgm:spPr/>
    </dgm:pt>
    <dgm:pt modelId="{7AF25C4D-4858-4B7C-88CE-840AB30FE5E2}" type="pres">
      <dgm:prSet presAssocID="{203B469A-F4F8-4F03-8909-BC7635677926}" presName="compositeB" presStyleCnt="0"/>
      <dgm:spPr/>
    </dgm:pt>
    <dgm:pt modelId="{5588927F-4AEB-4CAA-AB00-8E9BE256B0BD}" type="pres">
      <dgm:prSet presAssocID="{203B469A-F4F8-4F03-8909-BC7635677926}" presName="textB" presStyleLbl="revTx" presStyleIdx="3" presStyleCnt="4">
        <dgm:presLayoutVars>
          <dgm:bulletEnabled val="1"/>
        </dgm:presLayoutVars>
      </dgm:prSet>
      <dgm:spPr/>
    </dgm:pt>
    <dgm:pt modelId="{2A50981B-3446-45DA-A779-3E88145B5EE1}" type="pres">
      <dgm:prSet presAssocID="{203B469A-F4F8-4F03-8909-BC7635677926}" presName="circleB" presStyleLbl="node1" presStyleIdx="3" presStyleCnt="4"/>
      <dgm:spPr/>
    </dgm:pt>
    <dgm:pt modelId="{0E4E3C62-0E52-4C6B-88E3-961982A53DEF}" type="pres">
      <dgm:prSet presAssocID="{203B469A-F4F8-4F03-8909-BC7635677926}" presName="spaceB" presStyleCnt="0"/>
      <dgm:spPr/>
    </dgm:pt>
  </dgm:ptLst>
  <dgm:cxnLst>
    <dgm:cxn modelId="{EF448E0B-59A2-4AAA-9331-F20FE01AF2DE}" srcId="{C587260A-4419-493F-82AA-67A3F7FA0BFB}" destId="{203B469A-F4F8-4F03-8909-BC7635677926}" srcOrd="3" destOrd="0" parTransId="{CCE8AA5D-0828-4A3F-A963-CABCD16452B8}" sibTransId="{C13FD4EF-F38B-42E5-9C41-3CEF1D29BD15}"/>
    <dgm:cxn modelId="{0F883112-89B3-4039-8407-6F0B1DF98BBB}" type="presOf" srcId="{203B469A-F4F8-4F03-8909-BC7635677926}" destId="{5588927F-4AEB-4CAA-AB00-8E9BE256B0BD}" srcOrd="0" destOrd="0" presId="urn:microsoft.com/office/officeart/2005/8/layout/hProcess11"/>
    <dgm:cxn modelId="{BA07BC35-D793-4F5A-8B06-6F5D81D8E57F}" type="presOf" srcId="{93267D0C-FF3A-4654-A845-0EDE678B800C}" destId="{F26D2A2C-5B6D-4A10-9075-132C3A7464AC}" srcOrd="0" destOrd="0" presId="urn:microsoft.com/office/officeart/2005/8/layout/hProcess11"/>
    <dgm:cxn modelId="{863F2E36-7C38-47DB-932A-6BF76171BBB5}" type="presOf" srcId="{3249EA20-9684-40D1-9C50-2B7A95AED2D5}" destId="{A30B9B9D-C776-46F0-B5E3-FB5BB65D1D23}" srcOrd="0" destOrd="0" presId="urn:microsoft.com/office/officeart/2005/8/layout/hProcess11"/>
    <dgm:cxn modelId="{CE1C7574-0987-4D0C-A3D8-D87B1FCD84C1}" srcId="{C587260A-4419-493F-82AA-67A3F7FA0BFB}" destId="{3249EA20-9684-40D1-9C50-2B7A95AED2D5}" srcOrd="2" destOrd="0" parTransId="{532B97F5-7376-4966-B37B-26E073F9EC94}" sibTransId="{E28E5A34-4082-41F8-9302-65AD07B3C367}"/>
    <dgm:cxn modelId="{11B7227B-B4B4-41CE-906A-E3E8EF0425C9}" srcId="{C587260A-4419-493F-82AA-67A3F7FA0BFB}" destId="{4CFD3D6D-C9A1-4947-BAFD-247B9CE70A98}" srcOrd="1" destOrd="0" parTransId="{E5BF9A96-2A6A-46D7-A27D-B6A1983628F0}" sibTransId="{0FB52C0C-E8E6-43AE-871D-043A9E7DFF5E}"/>
    <dgm:cxn modelId="{F52CD5CA-759F-4ED5-9BCE-51A3A8908C40}" type="presOf" srcId="{4CFD3D6D-C9A1-4947-BAFD-247B9CE70A98}" destId="{6982FAE3-6991-42FB-A01F-3D1C3015501E}" srcOrd="0" destOrd="0" presId="urn:microsoft.com/office/officeart/2005/8/layout/hProcess11"/>
    <dgm:cxn modelId="{834595D9-D990-423F-B278-B64DEDB9C4E5}" srcId="{C587260A-4419-493F-82AA-67A3F7FA0BFB}" destId="{93267D0C-FF3A-4654-A845-0EDE678B800C}" srcOrd="0" destOrd="0" parTransId="{FFEA71D4-4B30-48F2-82D6-CFB82451DB28}" sibTransId="{38C6DC0A-FAAD-4D2D-B037-3D1AB682F932}"/>
    <dgm:cxn modelId="{B69B85E6-83CC-4A2D-9F15-4C4E480210EA}" type="presOf" srcId="{C587260A-4419-493F-82AA-67A3F7FA0BFB}" destId="{6FFCBBE8-F045-4E24-92C9-75130FCBF538}" srcOrd="0" destOrd="0" presId="urn:microsoft.com/office/officeart/2005/8/layout/hProcess11"/>
    <dgm:cxn modelId="{AC5EB6C7-13E4-4922-AC68-0F9EC9DE5AFC}" type="presParOf" srcId="{6FFCBBE8-F045-4E24-92C9-75130FCBF538}" destId="{ED14BEF7-05DE-4DF8-9023-F33D82938CE6}" srcOrd="0" destOrd="0" presId="urn:microsoft.com/office/officeart/2005/8/layout/hProcess11"/>
    <dgm:cxn modelId="{E322EBF1-87D9-4373-B5BB-5EE979A4178C}" type="presParOf" srcId="{6FFCBBE8-F045-4E24-92C9-75130FCBF538}" destId="{21E9D398-E556-4890-856C-44FABC7D8560}" srcOrd="1" destOrd="0" presId="urn:microsoft.com/office/officeart/2005/8/layout/hProcess11"/>
    <dgm:cxn modelId="{6DFD7ACB-074D-4729-8272-A525A107B0C6}" type="presParOf" srcId="{21E9D398-E556-4890-856C-44FABC7D8560}" destId="{BC73EBA2-6B5F-4DB1-BB2F-50732BD6145C}" srcOrd="0" destOrd="0" presId="urn:microsoft.com/office/officeart/2005/8/layout/hProcess11"/>
    <dgm:cxn modelId="{3B55DD55-5BAA-45B4-96A5-95AE255F6F6F}" type="presParOf" srcId="{BC73EBA2-6B5F-4DB1-BB2F-50732BD6145C}" destId="{F26D2A2C-5B6D-4A10-9075-132C3A7464AC}" srcOrd="0" destOrd="0" presId="urn:microsoft.com/office/officeart/2005/8/layout/hProcess11"/>
    <dgm:cxn modelId="{86A6E503-920A-4BBE-AA6A-29ACD5C92871}" type="presParOf" srcId="{BC73EBA2-6B5F-4DB1-BB2F-50732BD6145C}" destId="{B3B3B28F-D7DA-432B-B1BB-FDBA61B35A2A}" srcOrd="1" destOrd="0" presId="urn:microsoft.com/office/officeart/2005/8/layout/hProcess11"/>
    <dgm:cxn modelId="{255B1A0D-D16E-4A63-895B-D10267CD1869}" type="presParOf" srcId="{BC73EBA2-6B5F-4DB1-BB2F-50732BD6145C}" destId="{0E94F9DC-E65E-464C-882A-4D2607CA2E16}" srcOrd="2" destOrd="0" presId="urn:microsoft.com/office/officeart/2005/8/layout/hProcess11"/>
    <dgm:cxn modelId="{BF4445D3-10F1-494F-9270-7825244DB24B}" type="presParOf" srcId="{21E9D398-E556-4890-856C-44FABC7D8560}" destId="{AB514F10-5A5A-4F86-97E0-5863ECEE6EEC}" srcOrd="1" destOrd="0" presId="urn:microsoft.com/office/officeart/2005/8/layout/hProcess11"/>
    <dgm:cxn modelId="{1E6B8291-D55D-490B-ABC5-777276C4FA6E}" type="presParOf" srcId="{21E9D398-E556-4890-856C-44FABC7D8560}" destId="{FAA500AA-51B2-453A-B681-933F0429855F}" srcOrd="2" destOrd="0" presId="urn:microsoft.com/office/officeart/2005/8/layout/hProcess11"/>
    <dgm:cxn modelId="{CB4E7301-17E1-4EFD-8595-54B5AD45DD9D}" type="presParOf" srcId="{FAA500AA-51B2-453A-B681-933F0429855F}" destId="{6982FAE3-6991-42FB-A01F-3D1C3015501E}" srcOrd="0" destOrd="0" presId="urn:microsoft.com/office/officeart/2005/8/layout/hProcess11"/>
    <dgm:cxn modelId="{E8E2B9E4-9A0C-4DB0-89B5-E71371983B8A}" type="presParOf" srcId="{FAA500AA-51B2-453A-B681-933F0429855F}" destId="{1F569FC9-0FA8-4944-B090-560E748241F5}" srcOrd="1" destOrd="0" presId="urn:microsoft.com/office/officeart/2005/8/layout/hProcess11"/>
    <dgm:cxn modelId="{BB374C58-7AF3-41EF-80A0-9BC5F269A649}" type="presParOf" srcId="{FAA500AA-51B2-453A-B681-933F0429855F}" destId="{15C9F7AD-C5EA-43B0-99E8-DE8CC8B2C46E}" srcOrd="2" destOrd="0" presId="urn:microsoft.com/office/officeart/2005/8/layout/hProcess11"/>
    <dgm:cxn modelId="{10F5A0E7-04CD-4B2B-84F7-90F68CAE4AD8}" type="presParOf" srcId="{21E9D398-E556-4890-856C-44FABC7D8560}" destId="{2427E934-38AB-43E1-8294-D48876DF9A40}" srcOrd="3" destOrd="0" presId="urn:microsoft.com/office/officeart/2005/8/layout/hProcess11"/>
    <dgm:cxn modelId="{D7D141A5-C57F-4674-B795-4C63BA9FA459}" type="presParOf" srcId="{21E9D398-E556-4890-856C-44FABC7D8560}" destId="{24EF0F4B-7089-42A1-B39F-DC3056243DB5}" srcOrd="4" destOrd="0" presId="urn:microsoft.com/office/officeart/2005/8/layout/hProcess11"/>
    <dgm:cxn modelId="{7C2B2706-DD84-4CED-AB18-218D4D6DC5B0}" type="presParOf" srcId="{24EF0F4B-7089-42A1-B39F-DC3056243DB5}" destId="{A30B9B9D-C776-46F0-B5E3-FB5BB65D1D23}" srcOrd="0" destOrd="0" presId="urn:microsoft.com/office/officeart/2005/8/layout/hProcess11"/>
    <dgm:cxn modelId="{2B8A8FDF-7145-468A-B088-045D07FA1989}" type="presParOf" srcId="{24EF0F4B-7089-42A1-B39F-DC3056243DB5}" destId="{3A09CA2D-A2AF-4A64-9478-67FBFFAAE350}" srcOrd="1" destOrd="0" presId="urn:microsoft.com/office/officeart/2005/8/layout/hProcess11"/>
    <dgm:cxn modelId="{5C513BCE-14D3-4703-9AC2-B9D83A78261C}" type="presParOf" srcId="{24EF0F4B-7089-42A1-B39F-DC3056243DB5}" destId="{6222C3F1-EA07-4FE9-8320-AF5A8891989F}" srcOrd="2" destOrd="0" presId="urn:microsoft.com/office/officeart/2005/8/layout/hProcess11"/>
    <dgm:cxn modelId="{C8F63DBE-FB53-4C6C-9E66-BC77F8644D7E}" type="presParOf" srcId="{21E9D398-E556-4890-856C-44FABC7D8560}" destId="{407F76CC-3796-4B9F-9521-38779F5F444D}" srcOrd="5" destOrd="0" presId="urn:microsoft.com/office/officeart/2005/8/layout/hProcess11"/>
    <dgm:cxn modelId="{98EB739D-9F40-4B85-AEC1-89D6A9445FCE}" type="presParOf" srcId="{21E9D398-E556-4890-856C-44FABC7D8560}" destId="{7AF25C4D-4858-4B7C-88CE-840AB30FE5E2}" srcOrd="6" destOrd="0" presId="urn:microsoft.com/office/officeart/2005/8/layout/hProcess11"/>
    <dgm:cxn modelId="{B985A197-29FB-4ACF-91E5-B4BC4AC160F9}" type="presParOf" srcId="{7AF25C4D-4858-4B7C-88CE-840AB30FE5E2}" destId="{5588927F-4AEB-4CAA-AB00-8E9BE256B0BD}" srcOrd="0" destOrd="0" presId="urn:microsoft.com/office/officeart/2005/8/layout/hProcess11"/>
    <dgm:cxn modelId="{A71E7FB9-5DD8-4EC4-9A18-51C9D6558AE8}" type="presParOf" srcId="{7AF25C4D-4858-4B7C-88CE-840AB30FE5E2}" destId="{2A50981B-3446-45DA-A779-3E88145B5EE1}" srcOrd="1" destOrd="0" presId="urn:microsoft.com/office/officeart/2005/8/layout/hProcess11"/>
    <dgm:cxn modelId="{0A2F5A9E-C834-44E5-A238-CC6F13C7CD0C}" type="presParOf" srcId="{7AF25C4D-4858-4B7C-88CE-840AB30FE5E2}" destId="{0E4E3C62-0E52-4C6B-88E3-961982A53DEF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A70FD6C8-570F-4AF8-91AB-722D5E942C0A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4230952-A5CE-472D-B90F-4D180B8EBB95}">
      <dgm:prSet/>
      <dgm:spPr/>
      <dgm:t>
        <a:bodyPr/>
        <a:lstStyle/>
        <a:p>
          <a:r>
            <a:rPr lang="en-US" dirty="0"/>
            <a:t>Pricing of the product: we give Cost-effective with loaded features and support when compared to other companies.</a:t>
          </a:r>
          <a:endParaRPr lang="en-IN" dirty="0"/>
        </a:p>
      </dgm:t>
    </dgm:pt>
    <dgm:pt modelId="{FBA7C3FC-0FF8-4096-81DE-3B459EA4EB00}" type="parTrans" cxnId="{BABB0BE3-D4E0-4738-91EC-ED935E040788}">
      <dgm:prSet/>
      <dgm:spPr/>
      <dgm:t>
        <a:bodyPr/>
        <a:lstStyle/>
        <a:p>
          <a:endParaRPr lang="en-IN"/>
        </a:p>
      </dgm:t>
    </dgm:pt>
    <dgm:pt modelId="{EC413ACF-B3CF-4D76-AE91-331BBE1780F1}" type="sibTrans" cxnId="{BABB0BE3-D4E0-4738-91EC-ED935E040788}">
      <dgm:prSet/>
      <dgm:spPr/>
      <dgm:t>
        <a:bodyPr/>
        <a:lstStyle/>
        <a:p>
          <a:endParaRPr lang="en-IN"/>
        </a:p>
      </dgm:t>
    </dgm:pt>
    <dgm:pt modelId="{03825D77-3F9D-4F07-8293-AB1D53CCEA63}" type="pres">
      <dgm:prSet presAssocID="{A70FD6C8-570F-4AF8-91AB-722D5E942C0A}" presName="cycle" presStyleCnt="0">
        <dgm:presLayoutVars>
          <dgm:dir/>
          <dgm:resizeHandles val="exact"/>
        </dgm:presLayoutVars>
      </dgm:prSet>
      <dgm:spPr/>
    </dgm:pt>
    <dgm:pt modelId="{10E23803-647C-4D72-980D-F24DD164FC15}" type="pres">
      <dgm:prSet presAssocID="{B4230952-A5CE-472D-B90F-4D180B8EBB95}" presName="node" presStyleLbl="node1" presStyleIdx="0" presStyleCnt="1" custScaleX="102236" custScaleY="100580" custRadScaleRad="100910" custRadScaleInc="1100">
        <dgm:presLayoutVars>
          <dgm:bulletEnabled val="1"/>
        </dgm:presLayoutVars>
      </dgm:prSet>
      <dgm:spPr/>
    </dgm:pt>
  </dgm:ptLst>
  <dgm:cxnLst>
    <dgm:cxn modelId="{0E88F434-6268-4D96-9B7F-6999DCACCF48}" type="presOf" srcId="{A70FD6C8-570F-4AF8-91AB-722D5E942C0A}" destId="{03825D77-3F9D-4F07-8293-AB1D53CCEA63}" srcOrd="0" destOrd="0" presId="urn:microsoft.com/office/officeart/2005/8/layout/cycle2"/>
    <dgm:cxn modelId="{6EE7AB46-15C2-4DA5-83F5-EE3A3C8C8123}" type="presOf" srcId="{B4230952-A5CE-472D-B90F-4D180B8EBB95}" destId="{10E23803-647C-4D72-980D-F24DD164FC15}" srcOrd="0" destOrd="0" presId="urn:microsoft.com/office/officeart/2005/8/layout/cycle2"/>
    <dgm:cxn modelId="{BABB0BE3-D4E0-4738-91EC-ED935E040788}" srcId="{A70FD6C8-570F-4AF8-91AB-722D5E942C0A}" destId="{B4230952-A5CE-472D-B90F-4D180B8EBB95}" srcOrd="0" destOrd="0" parTransId="{FBA7C3FC-0FF8-4096-81DE-3B459EA4EB00}" sibTransId="{EC413ACF-B3CF-4D76-AE91-331BBE1780F1}"/>
    <dgm:cxn modelId="{4BACCB3F-BC6C-4871-BE17-0B951DEEF842}" type="presParOf" srcId="{03825D77-3F9D-4F07-8293-AB1D53CCEA63}" destId="{10E23803-647C-4D72-980D-F24DD164FC15}" srcOrd="0" destOrd="0" presId="urn:microsoft.com/office/officeart/2005/8/layout/cycle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00B13E8E-D932-459F-AC51-2072091C6EA7}" type="doc">
      <dgm:prSet loTypeId="urn:microsoft.com/office/officeart/2005/8/layout/venn2" loCatId="relationship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6B4BBD9-CC6B-412C-BED1-5FE7CB5B64B4}">
      <dgm:prSet/>
      <dgm:spPr/>
      <dgm:t>
        <a:bodyPr/>
        <a:lstStyle/>
        <a:p>
          <a:r>
            <a:rPr lang="en-US"/>
            <a:t>Meter Without Communication Module.</a:t>
          </a:r>
          <a:endParaRPr lang="en-IN"/>
        </a:p>
      </dgm:t>
    </dgm:pt>
    <dgm:pt modelId="{F65D5C08-F191-4140-BFDF-FD636F71AFCF}" type="parTrans" cxnId="{383CCE61-7B41-4D3E-9DA0-883811DBC71A}">
      <dgm:prSet/>
      <dgm:spPr/>
      <dgm:t>
        <a:bodyPr/>
        <a:lstStyle/>
        <a:p>
          <a:endParaRPr lang="en-IN"/>
        </a:p>
      </dgm:t>
    </dgm:pt>
    <dgm:pt modelId="{FDEA31DA-58C3-4745-9569-42511FE62BFA}" type="sibTrans" cxnId="{383CCE61-7B41-4D3E-9DA0-883811DBC71A}">
      <dgm:prSet/>
      <dgm:spPr/>
      <dgm:t>
        <a:bodyPr/>
        <a:lstStyle/>
        <a:p>
          <a:endParaRPr lang="en-IN"/>
        </a:p>
      </dgm:t>
    </dgm:pt>
    <dgm:pt modelId="{A0286620-3CC7-440E-9F28-E2A0B496063D}">
      <dgm:prSet/>
      <dgm:spPr/>
      <dgm:t>
        <a:bodyPr/>
        <a:lstStyle/>
        <a:p>
          <a:r>
            <a:rPr lang="en-US"/>
            <a:t>We Provide Username and Password for Login Portal.</a:t>
          </a:r>
          <a:endParaRPr lang="en-IN"/>
        </a:p>
      </dgm:t>
    </dgm:pt>
    <dgm:pt modelId="{5327657A-519C-49AE-BDFE-74E76A57CE54}" type="parTrans" cxnId="{60E44762-D4F6-4886-B275-5617998C1CAB}">
      <dgm:prSet/>
      <dgm:spPr/>
      <dgm:t>
        <a:bodyPr/>
        <a:lstStyle/>
        <a:p>
          <a:endParaRPr lang="en-IN"/>
        </a:p>
      </dgm:t>
    </dgm:pt>
    <dgm:pt modelId="{77E9E3DD-F995-437B-9CDD-E19FCDCDD4A5}" type="sibTrans" cxnId="{60E44762-D4F6-4886-B275-5617998C1CAB}">
      <dgm:prSet/>
      <dgm:spPr/>
      <dgm:t>
        <a:bodyPr/>
        <a:lstStyle/>
        <a:p>
          <a:endParaRPr lang="en-IN"/>
        </a:p>
      </dgm:t>
    </dgm:pt>
    <dgm:pt modelId="{64B1CCE1-69C8-46CB-B773-9CEA5E6A28F8}">
      <dgm:prSet/>
      <dgm:spPr/>
      <dgm:t>
        <a:bodyPr/>
        <a:lstStyle/>
        <a:p>
          <a:r>
            <a:rPr lang="en-US"/>
            <a:t>Admin can generate 20 digit Token Number to recharge the meters.</a:t>
          </a:r>
          <a:endParaRPr lang="en-IN"/>
        </a:p>
      </dgm:t>
    </dgm:pt>
    <dgm:pt modelId="{1A898124-449B-4D91-A904-7A8D3230D2FA}" type="parTrans" cxnId="{B4718684-1C9E-4EF4-AD1B-6B7D7357F411}">
      <dgm:prSet/>
      <dgm:spPr/>
      <dgm:t>
        <a:bodyPr/>
        <a:lstStyle/>
        <a:p>
          <a:endParaRPr lang="en-IN"/>
        </a:p>
      </dgm:t>
    </dgm:pt>
    <dgm:pt modelId="{92223592-D3FC-45CE-82C4-FFEDDB2C77E5}" type="sibTrans" cxnId="{B4718684-1C9E-4EF4-AD1B-6B7D7357F411}">
      <dgm:prSet/>
      <dgm:spPr/>
      <dgm:t>
        <a:bodyPr/>
        <a:lstStyle/>
        <a:p>
          <a:endParaRPr lang="en-IN"/>
        </a:p>
      </dgm:t>
    </dgm:pt>
    <dgm:pt modelId="{8A0D4D56-8E0A-44C5-AF55-E39573B51DE6}" type="pres">
      <dgm:prSet presAssocID="{00B13E8E-D932-459F-AC51-2072091C6EA7}" presName="Name0" presStyleCnt="0">
        <dgm:presLayoutVars>
          <dgm:chMax val="7"/>
          <dgm:resizeHandles val="exact"/>
        </dgm:presLayoutVars>
      </dgm:prSet>
      <dgm:spPr/>
    </dgm:pt>
    <dgm:pt modelId="{7CB55FAF-AE68-468B-AF38-BABA26A0C737}" type="pres">
      <dgm:prSet presAssocID="{00B13E8E-D932-459F-AC51-2072091C6EA7}" presName="comp1" presStyleCnt="0"/>
      <dgm:spPr/>
    </dgm:pt>
    <dgm:pt modelId="{ADD0FB67-71E8-430A-986E-E57097959E04}" type="pres">
      <dgm:prSet presAssocID="{00B13E8E-D932-459F-AC51-2072091C6EA7}" presName="circle1" presStyleLbl="node1" presStyleIdx="0" presStyleCnt="3"/>
      <dgm:spPr/>
    </dgm:pt>
    <dgm:pt modelId="{75E23272-068A-480A-93F9-6EAC225E4A60}" type="pres">
      <dgm:prSet presAssocID="{00B13E8E-D932-459F-AC51-2072091C6EA7}" presName="c1text" presStyleLbl="node1" presStyleIdx="0" presStyleCnt="3">
        <dgm:presLayoutVars>
          <dgm:bulletEnabled val="1"/>
        </dgm:presLayoutVars>
      </dgm:prSet>
      <dgm:spPr/>
    </dgm:pt>
    <dgm:pt modelId="{FBFE9C31-C433-48F2-93E9-F6A9FFF7E45D}" type="pres">
      <dgm:prSet presAssocID="{00B13E8E-D932-459F-AC51-2072091C6EA7}" presName="comp2" presStyleCnt="0"/>
      <dgm:spPr/>
    </dgm:pt>
    <dgm:pt modelId="{86310FD9-AD30-4AE1-B459-5A3DFC5B0D40}" type="pres">
      <dgm:prSet presAssocID="{00B13E8E-D932-459F-AC51-2072091C6EA7}" presName="circle2" presStyleLbl="node1" presStyleIdx="1" presStyleCnt="3"/>
      <dgm:spPr/>
    </dgm:pt>
    <dgm:pt modelId="{62CFBE2D-E0A9-421C-97A9-99B134881716}" type="pres">
      <dgm:prSet presAssocID="{00B13E8E-D932-459F-AC51-2072091C6EA7}" presName="c2text" presStyleLbl="node1" presStyleIdx="1" presStyleCnt="3">
        <dgm:presLayoutVars>
          <dgm:bulletEnabled val="1"/>
        </dgm:presLayoutVars>
      </dgm:prSet>
      <dgm:spPr/>
    </dgm:pt>
    <dgm:pt modelId="{E5CAFC98-ADF3-4B90-9627-BF30FA726B05}" type="pres">
      <dgm:prSet presAssocID="{00B13E8E-D932-459F-AC51-2072091C6EA7}" presName="comp3" presStyleCnt="0"/>
      <dgm:spPr/>
    </dgm:pt>
    <dgm:pt modelId="{1FF10EDE-BDCD-4097-A7A3-B164309AB681}" type="pres">
      <dgm:prSet presAssocID="{00B13E8E-D932-459F-AC51-2072091C6EA7}" presName="circle3" presStyleLbl="node1" presStyleIdx="2" presStyleCnt="3"/>
      <dgm:spPr/>
    </dgm:pt>
    <dgm:pt modelId="{18D56274-20B7-4ACB-AF99-1ED8328DD9C7}" type="pres">
      <dgm:prSet presAssocID="{00B13E8E-D932-459F-AC51-2072091C6EA7}" presName="c3text" presStyleLbl="node1" presStyleIdx="2" presStyleCnt="3">
        <dgm:presLayoutVars>
          <dgm:bulletEnabled val="1"/>
        </dgm:presLayoutVars>
      </dgm:prSet>
      <dgm:spPr/>
    </dgm:pt>
  </dgm:ptLst>
  <dgm:cxnLst>
    <dgm:cxn modelId="{C056ED00-BCC7-41CE-956C-4EF84DDA984C}" type="presOf" srcId="{A0286620-3CC7-440E-9F28-E2A0B496063D}" destId="{86310FD9-AD30-4AE1-B459-5A3DFC5B0D40}" srcOrd="0" destOrd="0" presId="urn:microsoft.com/office/officeart/2005/8/layout/venn2"/>
    <dgm:cxn modelId="{CC563E1F-842C-4883-A16A-E1FB7932C650}" type="presOf" srcId="{26B4BBD9-CC6B-412C-BED1-5FE7CB5B64B4}" destId="{75E23272-068A-480A-93F9-6EAC225E4A60}" srcOrd="1" destOrd="0" presId="urn:microsoft.com/office/officeart/2005/8/layout/venn2"/>
    <dgm:cxn modelId="{383CCE61-7B41-4D3E-9DA0-883811DBC71A}" srcId="{00B13E8E-D932-459F-AC51-2072091C6EA7}" destId="{26B4BBD9-CC6B-412C-BED1-5FE7CB5B64B4}" srcOrd="0" destOrd="0" parTransId="{F65D5C08-F191-4140-BFDF-FD636F71AFCF}" sibTransId="{FDEA31DA-58C3-4745-9569-42511FE62BFA}"/>
    <dgm:cxn modelId="{60E44762-D4F6-4886-B275-5617998C1CAB}" srcId="{00B13E8E-D932-459F-AC51-2072091C6EA7}" destId="{A0286620-3CC7-440E-9F28-E2A0B496063D}" srcOrd="1" destOrd="0" parTransId="{5327657A-519C-49AE-BDFE-74E76A57CE54}" sibTransId="{77E9E3DD-F995-437B-9CDD-E19FCDCDD4A5}"/>
    <dgm:cxn modelId="{59D8E658-76C3-4FA9-B4FF-A4CA0313990D}" type="presOf" srcId="{00B13E8E-D932-459F-AC51-2072091C6EA7}" destId="{8A0D4D56-8E0A-44C5-AF55-E39573B51DE6}" srcOrd="0" destOrd="0" presId="urn:microsoft.com/office/officeart/2005/8/layout/venn2"/>
    <dgm:cxn modelId="{B4718684-1C9E-4EF4-AD1B-6B7D7357F411}" srcId="{00B13E8E-D932-459F-AC51-2072091C6EA7}" destId="{64B1CCE1-69C8-46CB-B773-9CEA5E6A28F8}" srcOrd="2" destOrd="0" parTransId="{1A898124-449B-4D91-A904-7A8D3230D2FA}" sibTransId="{92223592-D3FC-45CE-82C4-FFEDDB2C77E5}"/>
    <dgm:cxn modelId="{0FE4D989-5BF5-49FD-9F10-4DF95F83FCB2}" type="presOf" srcId="{26B4BBD9-CC6B-412C-BED1-5FE7CB5B64B4}" destId="{ADD0FB67-71E8-430A-986E-E57097959E04}" srcOrd="0" destOrd="0" presId="urn:microsoft.com/office/officeart/2005/8/layout/venn2"/>
    <dgm:cxn modelId="{1ED8DA8B-6566-40FE-9F6C-4CCA37A450CC}" type="presOf" srcId="{64B1CCE1-69C8-46CB-B773-9CEA5E6A28F8}" destId="{18D56274-20B7-4ACB-AF99-1ED8328DD9C7}" srcOrd="1" destOrd="0" presId="urn:microsoft.com/office/officeart/2005/8/layout/venn2"/>
    <dgm:cxn modelId="{F2F95D9B-1C43-44C3-A02C-EBB8CDC60A45}" type="presOf" srcId="{A0286620-3CC7-440E-9F28-E2A0B496063D}" destId="{62CFBE2D-E0A9-421C-97A9-99B134881716}" srcOrd="1" destOrd="0" presId="urn:microsoft.com/office/officeart/2005/8/layout/venn2"/>
    <dgm:cxn modelId="{2DE0B7A8-9436-4875-8197-6755F1EC758E}" type="presOf" srcId="{64B1CCE1-69C8-46CB-B773-9CEA5E6A28F8}" destId="{1FF10EDE-BDCD-4097-A7A3-B164309AB681}" srcOrd="0" destOrd="0" presId="urn:microsoft.com/office/officeart/2005/8/layout/venn2"/>
    <dgm:cxn modelId="{6D16B077-F963-4602-A8E8-DFC21F715A45}" type="presParOf" srcId="{8A0D4D56-8E0A-44C5-AF55-E39573B51DE6}" destId="{7CB55FAF-AE68-468B-AF38-BABA26A0C737}" srcOrd="0" destOrd="0" presId="urn:microsoft.com/office/officeart/2005/8/layout/venn2"/>
    <dgm:cxn modelId="{12886FA5-6E01-467D-9C9F-0A2610B3D05D}" type="presParOf" srcId="{7CB55FAF-AE68-468B-AF38-BABA26A0C737}" destId="{ADD0FB67-71E8-430A-986E-E57097959E04}" srcOrd="0" destOrd="0" presId="urn:microsoft.com/office/officeart/2005/8/layout/venn2"/>
    <dgm:cxn modelId="{564233DC-F0D3-447B-A4E3-2FF150E1FBD1}" type="presParOf" srcId="{7CB55FAF-AE68-468B-AF38-BABA26A0C737}" destId="{75E23272-068A-480A-93F9-6EAC225E4A60}" srcOrd="1" destOrd="0" presId="urn:microsoft.com/office/officeart/2005/8/layout/venn2"/>
    <dgm:cxn modelId="{E23C3ECE-67B5-49D7-964C-28333D6CC5D3}" type="presParOf" srcId="{8A0D4D56-8E0A-44C5-AF55-E39573B51DE6}" destId="{FBFE9C31-C433-48F2-93E9-F6A9FFF7E45D}" srcOrd="1" destOrd="0" presId="urn:microsoft.com/office/officeart/2005/8/layout/venn2"/>
    <dgm:cxn modelId="{FC6591C6-EAD6-4EA2-B7AD-04DE8E4F8330}" type="presParOf" srcId="{FBFE9C31-C433-48F2-93E9-F6A9FFF7E45D}" destId="{86310FD9-AD30-4AE1-B459-5A3DFC5B0D40}" srcOrd="0" destOrd="0" presId="urn:microsoft.com/office/officeart/2005/8/layout/venn2"/>
    <dgm:cxn modelId="{EC66A1AD-3EE9-4DF7-A259-0AD7D36441D0}" type="presParOf" srcId="{FBFE9C31-C433-48F2-93E9-F6A9FFF7E45D}" destId="{62CFBE2D-E0A9-421C-97A9-99B134881716}" srcOrd="1" destOrd="0" presId="urn:microsoft.com/office/officeart/2005/8/layout/venn2"/>
    <dgm:cxn modelId="{2CEC5D9D-4D0F-4A64-85DC-03D0095E29FE}" type="presParOf" srcId="{8A0D4D56-8E0A-44C5-AF55-E39573B51DE6}" destId="{E5CAFC98-ADF3-4B90-9627-BF30FA726B05}" srcOrd="2" destOrd="0" presId="urn:microsoft.com/office/officeart/2005/8/layout/venn2"/>
    <dgm:cxn modelId="{B6C654A6-8838-483F-9284-10C840A7CDFD}" type="presParOf" srcId="{E5CAFC98-ADF3-4B90-9627-BF30FA726B05}" destId="{1FF10EDE-BDCD-4097-A7A3-B164309AB681}" srcOrd="0" destOrd="0" presId="urn:microsoft.com/office/officeart/2005/8/layout/venn2"/>
    <dgm:cxn modelId="{42C17080-4EBA-4639-B755-244F12DA7C62}" type="presParOf" srcId="{E5CAFC98-ADF3-4B90-9627-BF30FA726B05}" destId="{18D56274-20B7-4ACB-AF99-1ED8328DD9C7}" srcOrd="1" destOrd="0" presId="urn:microsoft.com/office/officeart/2005/8/layout/venn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917F3176-0718-47EC-82AF-08B552C006F9}" type="doc">
      <dgm:prSet loTypeId="urn:microsoft.com/office/officeart/2005/8/layout/target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D88CED4F-C581-4CFE-8CDE-266E842BC500}">
      <dgm:prSet custT="1"/>
      <dgm:spPr/>
      <dgm:t>
        <a:bodyPr/>
        <a:lstStyle/>
        <a:p>
          <a:r>
            <a:rPr lang="en-US" sz="1800" dirty="0"/>
            <a:t>For Wired Communication A Data Collector is Required.</a:t>
          </a:r>
          <a:endParaRPr lang="en-IN" sz="1800" dirty="0"/>
        </a:p>
      </dgm:t>
    </dgm:pt>
    <dgm:pt modelId="{0B382864-CC1D-4B4B-9AE9-83DB8E0A4FB5}" type="parTrans" cxnId="{49424E5B-6857-4919-9BC5-82E70B266FB7}">
      <dgm:prSet/>
      <dgm:spPr/>
      <dgm:t>
        <a:bodyPr/>
        <a:lstStyle/>
        <a:p>
          <a:endParaRPr lang="en-IN"/>
        </a:p>
      </dgm:t>
    </dgm:pt>
    <dgm:pt modelId="{C5A9C6E4-2F0B-442B-BC9C-F77CE443A97F}" type="sibTrans" cxnId="{49424E5B-6857-4919-9BC5-82E70B266FB7}">
      <dgm:prSet/>
      <dgm:spPr/>
      <dgm:t>
        <a:bodyPr/>
        <a:lstStyle/>
        <a:p>
          <a:endParaRPr lang="en-IN"/>
        </a:p>
      </dgm:t>
    </dgm:pt>
    <dgm:pt modelId="{277023F5-A3DF-413A-8C87-49A410DEE0AB}">
      <dgm:prSet custT="1"/>
      <dgm:spPr/>
      <dgm:t>
        <a:bodyPr/>
        <a:lstStyle/>
        <a:p>
          <a:r>
            <a:rPr lang="en-US" sz="1800" dirty="0"/>
            <a:t>Every Meter has a  RS485 Communication port.</a:t>
          </a:r>
          <a:endParaRPr lang="en-IN" sz="1800" dirty="0"/>
        </a:p>
      </dgm:t>
    </dgm:pt>
    <dgm:pt modelId="{B5AE59B0-5A9F-4FB2-BD4D-96D1EFB844C7}" type="parTrans" cxnId="{1496BEE7-053E-4105-A90C-152C850E7CC7}">
      <dgm:prSet/>
      <dgm:spPr/>
      <dgm:t>
        <a:bodyPr/>
        <a:lstStyle/>
        <a:p>
          <a:endParaRPr lang="en-IN"/>
        </a:p>
      </dgm:t>
    </dgm:pt>
    <dgm:pt modelId="{360D4444-382A-48E6-B8C9-42E77E27D8C0}" type="sibTrans" cxnId="{1496BEE7-053E-4105-A90C-152C850E7CC7}">
      <dgm:prSet/>
      <dgm:spPr/>
      <dgm:t>
        <a:bodyPr/>
        <a:lstStyle/>
        <a:p>
          <a:endParaRPr lang="en-IN"/>
        </a:p>
      </dgm:t>
    </dgm:pt>
    <dgm:pt modelId="{CD31B368-2A60-4BAB-92D5-35CBC057D207}">
      <dgm:prSet custT="1"/>
      <dgm:spPr/>
      <dgm:t>
        <a:bodyPr/>
        <a:lstStyle/>
        <a:p>
          <a:r>
            <a:rPr lang="en-US" sz="1800" dirty="0"/>
            <a:t>Each meter is Connected with Cable with  Towards the Data Collector.</a:t>
          </a:r>
          <a:endParaRPr lang="en-IN" sz="1800" dirty="0"/>
        </a:p>
      </dgm:t>
    </dgm:pt>
    <dgm:pt modelId="{16EC8B62-E9D7-424F-9C78-5E6716362B17}" type="parTrans" cxnId="{CE65D9D1-7EDA-4102-B228-5B06209B176B}">
      <dgm:prSet/>
      <dgm:spPr/>
      <dgm:t>
        <a:bodyPr/>
        <a:lstStyle/>
        <a:p>
          <a:endParaRPr lang="en-IN"/>
        </a:p>
      </dgm:t>
    </dgm:pt>
    <dgm:pt modelId="{E639E905-609B-4205-9660-47D181EB5C84}" type="sibTrans" cxnId="{CE65D9D1-7EDA-4102-B228-5B06209B176B}">
      <dgm:prSet/>
      <dgm:spPr/>
      <dgm:t>
        <a:bodyPr/>
        <a:lstStyle/>
        <a:p>
          <a:endParaRPr lang="en-IN"/>
        </a:p>
      </dgm:t>
    </dgm:pt>
    <dgm:pt modelId="{374AC777-1EC8-4072-BAD7-6D3BF5707199}">
      <dgm:prSet custT="1"/>
      <dgm:spPr/>
      <dgm:t>
        <a:bodyPr/>
        <a:lstStyle/>
        <a:p>
          <a:r>
            <a:rPr lang="en-US" sz="1800"/>
            <a:t>Each Data Collector(DCU)Can connect upto 130 meters.</a:t>
          </a:r>
          <a:endParaRPr lang="en-IN" sz="1800"/>
        </a:p>
      </dgm:t>
    </dgm:pt>
    <dgm:pt modelId="{999128F6-D238-4BCB-85D2-33A9D4210771}" type="parTrans" cxnId="{99C1E66B-2103-4AB2-8B8A-0E46D6CDD936}">
      <dgm:prSet/>
      <dgm:spPr/>
      <dgm:t>
        <a:bodyPr/>
        <a:lstStyle/>
        <a:p>
          <a:endParaRPr lang="en-IN"/>
        </a:p>
      </dgm:t>
    </dgm:pt>
    <dgm:pt modelId="{B4E1D120-E202-47ED-B580-A31937E87E8C}" type="sibTrans" cxnId="{99C1E66B-2103-4AB2-8B8A-0E46D6CDD936}">
      <dgm:prSet/>
      <dgm:spPr/>
      <dgm:t>
        <a:bodyPr/>
        <a:lstStyle/>
        <a:p>
          <a:endParaRPr lang="en-IN"/>
        </a:p>
      </dgm:t>
    </dgm:pt>
    <dgm:pt modelId="{81929854-9239-4048-9A14-708D43B37D54}">
      <dgm:prSet custT="1"/>
      <dgm:spPr/>
      <dgm:t>
        <a:bodyPr/>
        <a:lstStyle/>
        <a:p>
          <a:r>
            <a:rPr lang="en-US" sz="1800" dirty="0"/>
            <a:t>DATA Collector Can communicate the server Either with Ethernet Port or 4g Communication(SIM).</a:t>
          </a:r>
          <a:endParaRPr lang="en-IN" sz="1800" dirty="0"/>
        </a:p>
      </dgm:t>
    </dgm:pt>
    <dgm:pt modelId="{0AB18421-0D42-4A0D-B0A6-76B41FFF4930}" type="parTrans" cxnId="{FC63D392-07CF-4CDA-BFFA-FFE60327003B}">
      <dgm:prSet/>
      <dgm:spPr/>
      <dgm:t>
        <a:bodyPr/>
        <a:lstStyle/>
        <a:p>
          <a:endParaRPr lang="en-IN"/>
        </a:p>
      </dgm:t>
    </dgm:pt>
    <dgm:pt modelId="{0DD6BDAE-F68F-4396-B555-E3879F9183F5}" type="sibTrans" cxnId="{FC63D392-07CF-4CDA-BFFA-FFE60327003B}">
      <dgm:prSet/>
      <dgm:spPr/>
      <dgm:t>
        <a:bodyPr/>
        <a:lstStyle/>
        <a:p>
          <a:endParaRPr lang="en-IN"/>
        </a:p>
      </dgm:t>
    </dgm:pt>
    <dgm:pt modelId="{E084F547-F38C-4B97-BC8B-359587A9F8D1}" type="pres">
      <dgm:prSet presAssocID="{917F3176-0718-47EC-82AF-08B552C006F9}" presName="composite" presStyleCnt="0">
        <dgm:presLayoutVars>
          <dgm:chMax val="5"/>
          <dgm:dir/>
          <dgm:resizeHandles val="exact"/>
        </dgm:presLayoutVars>
      </dgm:prSet>
      <dgm:spPr/>
    </dgm:pt>
    <dgm:pt modelId="{1A740A12-537C-4C71-ADB7-BF839F80E358}" type="pres">
      <dgm:prSet presAssocID="{D88CED4F-C581-4CFE-8CDE-266E842BC500}" presName="circle1" presStyleLbl="lnNode1" presStyleIdx="0" presStyleCnt="5"/>
      <dgm:spPr/>
    </dgm:pt>
    <dgm:pt modelId="{0F4517A9-69EC-4A9E-B780-EE5261284CA3}" type="pres">
      <dgm:prSet presAssocID="{D88CED4F-C581-4CFE-8CDE-266E842BC500}" presName="text1" presStyleLbl="revTx" presStyleIdx="0" presStyleCnt="5" custScaleX="460786" custLinFactX="80895" custLinFactNeighborX="100000" custLinFactNeighborY="-7647">
        <dgm:presLayoutVars>
          <dgm:bulletEnabled val="1"/>
        </dgm:presLayoutVars>
      </dgm:prSet>
      <dgm:spPr/>
    </dgm:pt>
    <dgm:pt modelId="{9A9CB943-D17B-4797-A3AF-242AD223F4B8}" type="pres">
      <dgm:prSet presAssocID="{D88CED4F-C581-4CFE-8CDE-266E842BC500}" presName="line1" presStyleLbl="callout" presStyleIdx="0" presStyleCnt="10"/>
      <dgm:spPr/>
    </dgm:pt>
    <dgm:pt modelId="{7D971AD7-FF18-477B-9800-641BD4A052EA}" type="pres">
      <dgm:prSet presAssocID="{D88CED4F-C581-4CFE-8CDE-266E842BC500}" presName="d1" presStyleLbl="callout" presStyleIdx="1" presStyleCnt="10"/>
      <dgm:spPr/>
    </dgm:pt>
    <dgm:pt modelId="{378CE5D6-51A9-4324-BF5F-D3C634F75DAE}" type="pres">
      <dgm:prSet presAssocID="{277023F5-A3DF-413A-8C87-49A410DEE0AB}" presName="circle2" presStyleLbl="lnNode1" presStyleIdx="1" presStyleCnt="5"/>
      <dgm:spPr/>
    </dgm:pt>
    <dgm:pt modelId="{EBD3B6F3-71A9-453A-AAA2-DE844083AAF6}" type="pres">
      <dgm:prSet presAssocID="{277023F5-A3DF-413A-8C87-49A410DEE0AB}" presName="text2" presStyleLbl="revTx" presStyleIdx="1" presStyleCnt="5" custScaleX="460786" custLinFactX="80900" custLinFactNeighborX="100000">
        <dgm:presLayoutVars>
          <dgm:bulletEnabled val="1"/>
        </dgm:presLayoutVars>
      </dgm:prSet>
      <dgm:spPr/>
    </dgm:pt>
    <dgm:pt modelId="{623C9E91-C723-49D8-B347-59B083EFA3E7}" type="pres">
      <dgm:prSet presAssocID="{277023F5-A3DF-413A-8C87-49A410DEE0AB}" presName="line2" presStyleLbl="callout" presStyleIdx="2" presStyleCnt="10"/>
      <dgm:spPr/>
    </dgm:pt>
    <dgm:pt modelId="{6FF9E540-236B-4617-BDE8-8B8FDAAC8A1D}" type="pres">
      <dgm:prSet presAssocID="{277023F5-A3DF-413A-8C87-49A410DEE0AB}" presName="d2" presStyleLbl="callout" presStyleIdx="3" presStyleCnt="10"/>
      <dgm:spPr/>
    </dgm:pt>
    <dgm:pt modelId="{BC18FF44-7115-4FFE-8780-A7EB62B79C18}" type="pres">
      <dgm:prSet presAssocID="{CD31B368-2A60-4BAB-92D5-35CBC057D207}" presName="circle3" presStyleLbl="lnNode1" presStyleIdx="2" presStyleCnt="5"/>
      <dgm:spPr/>
    </dgm:pt>
    <dgm:pt modelId="{2A01FA2A-5223-4FE8-BAD6-1F379630EA3C}" type="pres">
      <dgm:prSet presAssocID="{CD31B368-2A60-4BAB-92D5-35CBC057D207}" presName="text3" presStyleLbl="revTx" presStyleIdx="2" presStyleCnt="5" custScaleX="500321" custLinFactX="100000" custLinFactNeighborX="100135">
        <dgm:presLayoutVars>
          <dgm:bulletEnabled val="1"/>
        </dgm:presLayoutVars>
      </dgm:prSet>
      <dgm:spPr/>
    </dgm:pt>
    <dgm:pt modelId="{B4FD18E3-258E-4CFE-B48E-6277F937AAEA}" type="pres">
      <dgm:prSet presAssocID="{CD31B368-2A60-4BAB-92D5-35CBC057D207}" presName="line3" presStyleLbl="callout" presStyleIdx="4" presStyleCnt="10"/>
      <dgm:spPr/>
    </dgm:pt>
    <dgm:pt modelId="{D5884F9F-1774-4FDD-B823-01A70C8B111B}" type="pres">
      <dgm:prSet presAssocID="{CD31B368-2A60-4BAB-92D5-35CBC057D207}" presName="d3" presStyleLbl="callout" presStyleIdx="5" presStyleCnt="10"/>
      <dgm:spPr/>
    </dgm:pt>
    <dgm:pt modelId="{25D447AD-D75D-49DE-85DC-AD60B10297CE}" type="pres">
      <dgm:prSet presAssocID="{374AC777-1EC8-4072-BAD7-6D3BF5707199}" presName="circle4" presStyleLbl="lnNode1" presStyleIdx="3" presStyleCnt="5"/>
      <dgm:spPr/>
    </dgm:pt>
    <dgm:pt modelId="{C7743F0C-BCBE-42A7-B5F3-CE71122903FF}" type="pres">
      <dgm:prSet presAssocID="{374AC777-1EC8-4072-BAD7-6D3BF5707199}" presName="text4" presStyleLbl="revTx" presStyleIdx="3" presStyleCnt="5" custScaleX="460786" custLinFactX="81089" custLinFactNeighborX="100000">
        <dgm:presLayoutVars>
          <dgm:bulletEnabled val="1"/>
        </dgm:presLayoutVars>
      </dgm:prSet>
      <dgm:spPr/>
    </dgm:pt>
    <dgm:pt modelId="{8D3CA5CA-2458-4B47-A42C-2E0656B67A41}" type="pres">
      <dgm:prSet presAssocID="{374AC777-1EC8-4072-BAD7-6D3BF5707199}" presName="line4" presStyleLbl="callout" presStyleIdx="6" presStyleCnt="10"/>
      <dgm:spPr/>
    </dgm:pt>
    <dgm:pt modelId="{28D3F385-249C-4D36-AD7F-A87DEAEFF5F4}" type="pres">
      <dgm:prSet presAssocID="{374AC777-1EC8-4072-BAD7-6D3BF5707199}" presName="d4" presStyleLbl="callout" presStyleIdx="7" presStyleCnt="10"/>
      <dgm:spPr/>
    </dgm:pt>
    <dgm:pt modelId="{FD9B4717-ED53-498D-8535-9964FE01F59E}" type="pres">
      <dgm:prSet presAssocID="{81929854-9239-4048-9A14-708D43B37D54}" presName="circle5" presStyleLbl="lnNode1" presStyleIdx="4" presStyleCnt="5"/>
      <dgm:spPr/>
    </dgm:pt>
    <dgm:pt modelId="{5120FF25-146F-4F70-8395-84EFBAE9077B}" type="pres">
      <dgm:prSet presAssocID="{81929854-9239-4048-9A14-708D43B37D54}" presName="text5" presStyleLbl="revTx" presStyleIdx="4" presStyleCnt="5" custScaleX="527566" custLinFactX="100000" custLinFactNeighborX="114005">
        <dgm:presLayoutVars>
          <dgm:bulletEnabled val="1"/>
        </dgm:presLayoutVars>
      </dgm:prSet>
      <dgm:spPr/>
    </dgm:pt>
    <dgm:pt modelId="{902435BA-7DDB-4794-B794-3ADB637209E2}" type="pres">
      <dgm:prSet presAssocID="{81929854-9239-4048-9A14-708D43B37D54}" presName="line5" presStyleLbl="callout" presStyleIdx="8" presStyleCnt="10"/>
      <dgm:spPr/>
    </dgm:pt>
    <dgm:pt modelId="{C2CE240E-9DD7-4810-A7EE-C8652D73D5AD}" type="pres">
      <dgm:prSet presAssocID="{81929854-9239-4048-9A14-708D43B37D54}" presName="d5" presStyleLbl="callout" presStyleIdx="9" presStyleCnt="10"/>
      <dgm:spPr/>
    </dgm:pt>
  </dgm:ptLst>
  <dgm:cxnLst>
    <dgm:cxn modelId="{CF4DCF1A-1A66-41C6-982E-059E3C9204CE}" type="presOf" srcId="{D88CED4F-C581-4CFE-8CDE-266E842BC500}" destId="{0F4517A9-69EC-4A9E-B780-EE5261284CA3}" srcOrd="0" destOrd="0" presId="urn:microsoft.com/office/officeart/2005/8/layout/target1"/>
    <dgm:cxn modelId="{49424E5B-6857-4919-9BC5-82E70B266FB7}" srcId="{917F3176-0718-47EC-82AF-08B552C006F9}" destId="{D88CED4F-C581-4CFE-8CDE-266E842BC500}" srcOrd="0" destOrd="0" parTransId="{0B382864-CC1D-4B4B-9AE9-83DB8E0A4FB5}" sibTransId="{C5A9C6E4-2F0B-442B-BC9C-F77CE443A97F}"/>
    <dgm:cxn modelId="{E4D53449-A3B7-4B3D-B168-A5BAE0C4CCB6}" type="presOf" srcId="{81929854-9239-4048-9A14-708D43B37D54}" destId="{5120FF25-146F-4F70-8395-84EFBAE9077B}" srcOrd="0" destOrd="0" presId="urn:microsoft.com/office/officeart/2005/8/layout/target1"/>
    <dgm:cxn modelId="{99C1E66B-2103-4AB2-8B8A-0E46D6CDD936}" srcId="{917F3176-0718-47EC-82AF-08B552C006F9}" destId="{374AC777-1EC8-4072-BAD7-6D3BF5707199}" srcOrd="3" destOrd="0" parTransId="{999128F6-D238-4BCB-85D2-33A9D4210771}" sibTransId="{B4E1D120-E202-47ED-B580-A31937E87E8C}"/>
    <dgm:cxn modelId="{D61ADB74-B5CB-41EA-8894-B7203A50B3A1}" type="presOf" srcId="{CD31B368-2A60-4BAB-92D5-35CBC057D207}" destId="{2A01FA2A-5223-4FE8-BAD6-1F379630EA3C}" srcOrd="0" destOrd="0" presId="urn:microsoft.com/office/officeart/2005/8/layout/target1"/>
    <dgm:cxn modelId="{93227477-1DC5-4155-AA6A-858FE0290100}" type="presOf" srcId="{917F3176-0718-47EC-82AF-08B552C006F9}" destId="{E084F547-F38C-4B97-BC8B-359587A9F8D1}" srcOrd="0" destOrd="0" presId="urn:microsoft.com/office/officeart/2005/8/layout/target1"/>
    <dgm:cxn modelId="{EBCF215A-D149-4A61-B60A-9350A57F2AE8}" type="presOf" srcId="{277023F5-A3DF-413A-8C87-49A410DEE0AB}" destId="{EBD3B6F3-71A9-453A-AAA2-DE844083AAF6}" srcOrd="0" destOrd="0" presId="urn:microsoft.com/office/officeart/2005/8/layout/target1"/>
    <dgm:cxn modelId="{FC63D392-07CF-4CDA-BFFA-FFE60327003B}" srcId="{917F3176-0718-47EC-82AF-08B552C006F9}" destId="{81929854-9239-4048-9A14-708D43B37D54}" srcOrd="4" destOrd="0" parTransId="{0AB18421-0D42-4A0D-B0A6-76B41FFF4930}" sibTransId="{0DD6BDAE-F68F-4396-B555-E3879F9183F5}"/>
    <dgm:cxn modelId="{CE65D9D1-7EDA-4102-B228-5B06209B176B}" srcId="{917F3176-0718-47EC-82AF-08B552C006F9}" destId="{CD31B368-2A60-4BAB-92D5-35CBC057D207}" srcOrd="2" destOrd="0" parTransId="{16EC8B62-E9D7-424F-9C78-5E6716362B17}" sibTransId="{E639E905-609B-4205-9660-47D181EB5C84}"/>
    <dgm:cxn modelId="{1496BEE7-053E-4105-A90C-152C850E7CC7}" srcId="{917F3176-0718-47EC-82AF-08B552C006F9}" destId="{277023F5-A3DF-413A-8C87-49A410DEE0AB}" srcOrd="1" destOrd="0" parTransId="{B5AE59B0-5A9F-4FB2-BD4D-96D1EFB844C7}" sibTransId="{360D4444-382A-48E6-B8C9-42E77E27D8C0}"/>
    <dgm:cxn modelId="{4BED2AF6-CC61-4876-A4F2-D4134EA5EBF1}" type="presOf" srcId="{374AC777-1EC8-4072-BAD7-6D3BF5707199}" destId="{C7743F0C-BCBE-42A7-B5F3-CE71122903FF}" srcOrd="0" destOrd="0" presId="urn:microsoft.com/office/officeart/2005/8/layout/target1"/>
    <dgm:cxn modelId="{57B0830A-8D1D-415F-91BA-34FD65FCDB39}" type="presParOf" srcId="{E084F547-F38C-4B97-BC8B-359587A9F8D1}" destId="{1A740A12-537C-4C71-ADB7-BF839F80E358}" srcOrd="0" destOrd="0" presId="urn:microsoft.com/office/officeart/2005/8/layout/target1"/>
    <dgm:cxn modelId="{E3B1D6DF-B625-4F9F-B42F-6EB1E2384774}" type="presParOf" srcId="{E084F547-F38C-4B97-BC8B-359587A9F8D1}" destId="{0F4517A9-69EC-4A9E-B780-EE5261284CA3}" srcOrd="1" destOrd="0" presId="urn:microsoft.com/office/officeart/2005/8/layout/target1"/>
    <dgm:cxn modelId="{8946A9C4-D03C-4B87-9B08-5E1D2811B4C0}" type="presParOf" srcId="{E084F547-F38C-4B97-BC8B-359587A9F8D1}" destId="{9A9CB943-D17B-4797-A3AF-242AD223F4B8}" srcOrd="2" destOrd="0" presId="urn:microsoft.com/office/officeart/2005/8/layout/target1"/>
    <dgm:cxn modelId="{2D7D1649-5448-445E-AFEB-6D9E0416A3E6}" type="presParOf" srcId="{E084F547-F38C-4B97-BC8B-359587A9F8D1}" destId="{7D971AD7-FF18-477B-9800-641BD4A052EA}" srcOrd="3" destOrd="0" presId="urn:microsoft.com/office/officeart/2005/8/layout/target1"/>
    <dgm:cxn modelId="{2624221D-8D2F-44A6-852E-FC0A35482BDE}" type="presParOf" srcId="{E084F547-F38C-4B97-BC8B-359587A9F8D1}" destId="{378CE5D6-51A9-4324-BF5F-D3C634F75DAE}" srcOrd="4" destOrd="0" presId="urn:microsoft.com/office/officeart/2005/8/layout/target1"/>
    <dgm:cxn modelId="{E7CE1529-6DBB-4672-BE68-6401D305C9A9}" type="presParOf" srcId="{E084F547-F38C-4B97-BC8B-359587A9F8D1}" destId="{EBD3B6F3-71A9-453A-AAA2-DE844083AAF6}" srcOrd="5" destOrd="0" presId="urn:microsoft.com/office/officeart/2005/8/layout/target1"/>
    <dgm:cxn modelId="{C83EFF39-3733-4C4B-9F8B-51B88864CE09}" type="presParOf" srcId="{E084F547-F38C-4B97-BC8B-359587A9F8D1}" destId="{623C9E91-C723-49D8-B347-59B083EFA3E7}" srcOrd="6" destOrd="0" presId="urn:microsoft.com/office/officeart/2005/8/layout/target1"/>
    <dgm:cxn modelId="{F07A7427-7C52-4C63-877A-2DEBD463D1E4}" type="presParOf" srcId="{E084F547-F38C-4B97-BC8B-359587A9F8D1}" destId="{6FF9E540-236B-4617-BDE8-8B8FDAAC8A1D}" srcOrd="7" destOrd="0" presId="urn:microsoft.com/office/officeart/2005/8/layout/target1"/>
    <dgm:cxn modelId="{FBA1F485-D749-432F-9F5D-020487E34DCE}" type="presParOf" srcId="{E084F547-F38C-4B97-BC8B-359587A9F8D1}" destId="{BC18FF44-7115-4FFE-8780-A7EB62B79C18}" srcOrd="8" destOrd="0" presId="urn:microsoft.com/office/officeart/2005/8/layout/target1"/>
    <dgm:cxn modelId="{B06779ED-AA72-42E0-8551-08F9EC9F3ED6}" type="presParOf" srcId="{E084F547-F38C-4B97-BC8B-359587A9F8D1}" destId="{2A01FA2A-5223-4FE8-BAD6-1F379630EA3C}" srcOrd="9" destOrd="0" presId="urn:microsoft.com/office/officeart/2005/8/layout/target1"/>
    <dgm:cxn modelId="{943B8ACC-DB8F-42BB-AA8E-B728B554DE50}" type="presParOf" srcId="{E084F547-F38C-4B97-BC8B-359587A9F8D1}" destId="{B4FD18E3-258E-4CFE-B48E-6277F937AAEA}" srcOrd="10" destOrd="0" presId="urn:microsoft.com/office/officeart/2005/8/layout/target1"/>
    <dgm:cxn modelId="{C2B714E3-A90D-4F1C-A021-4E4553C90C3E}" type="presParOf" srcId="{E084F547-F38C-4B97-BC8B-359587A9F8D1}" destId="{D5884F9F-1774-4FDD-B823-01A70C8B111B}" srcOrd="11" destOrd="0" presId="urn:microsoft.com/office/officeart/2005/8/layout/target1"/>
    <dgm:cxn modelId="{45C9BCB6-E14C-4B36-ACFF-81D4ABDCBB91}" type="presParOf" srcId="{E084F547-F38C-4B97-BC8B-359587A9F8D1}" destId="{25D447AD-D75D-49DE-85DC-AD60B10297CE}" srcOrd="12" destOrd="0" presId="urn:microsoft.com/office/officeart/2005/8/layout/target1"/>
    <dgm:cxn modelId="{D41526F0-50F1-47B7-962B-261A46CF87CF}" type="presParOf" srcId="{E084F547-F38C-4B97-BC8B-359587A9F8D1}" destId="{C7743F0C-BCBE-42A7-B5F3-CE71122903FF}" srcOrd="13" destOrd="0" presId="urn:microsoft.com/office/officeart/2005/8/layout/target1"/>
    <dgm:cxn modelId="{6BACB301-6F8B-449B-B320-32970B606434}" type="presParOf" srcId="{E084F547-F38C-4B97-BC8B-359587A9F8D1}" destId="{8D3CA5CA-2458-4B47-A42C-2E0656B67A41}" srcOrd="14" destOrd="0" presId="urn:microsoft.com/office/officeart/2005/8/layout/target1"/>
    <dgm:cxn modelId="{3F2B5FE3-FB06-4ED4-89E4-1FF3CFF06F6F}" type="presParOf" srcId="{E084F547-F38C-4B97-BC8B-359587A9F8D1}" destId="{28D3F385-249C-4D36-AD7F-A87DEAEFF5F4}" srcOrd="15" destOrd="0" presId="urn:microsoft.com/office/officeart/2005/8/layout/target1"/>
    <dgm:cxn modelId="{3D447390-6C10-4330-8DC5-64EA4FFCC341}" type="presParOf" srcId="{E084F547-F38C-4B97-BC8B-359587A9F8D1}" destId="{FD9B4717-ED53-498D-8535-9964FE01F59E}" srcOrd="16" destOrd="0" presId="urn:microsoft.com/office/officeart/2005/8/layout/target1"/>
    <dgm:cxn modelId="{03F9AC95-FFF0-4450-BC1B-2D31DE184927}" type="presParOf" srcId="{E084F547-F38C-4B97-BC8B-359587A9F8D1}" destId="{5120FF25-146F-4F70-8395-84EFBAE9077B}" srcOrd="17" destOrd="0" presId="urn:microsoft.com/office/officeart/2005/8/layout/target1"/>
    <dgm:cxn modelId="{CC454F81-8E61-48F0-B642-12B20640AF1F}" type="presParOf" srcId="{E084F547-F38C-4B97-BC8B-359587A9F8D1}" destId="{902435BA-7DDB-4794-B794-3ADB637209E2}" srcOrd="18" destOrd="0" presId="urn:microsoft.com/office/officeart/2005/8/layout/target1"/>
    <dgm:cxn modelId="{035EF53D-43BE-44CA-BA1B-F4890FDBCB3A}" type="presParOf" srcId="{E084F547-F38C-4B97-BC8B-359587A9F8D1}" destId="{C2CE240E-9DD7-4810-A7EE-C8652D73D5AD}" srcOrd="19" destOrd="0" presId="urn:microsoft.com/office/officeart/2005/8/layout/targe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225DD61B-C4BE-4735-AABD-23B67794027A}" type="doc">
      <dgm:prSet loTypeId="urn:microsoft.com/office/officeart/2005/8/layout/hierarchy3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58983499-EE2B-4372-933F-EE16FE4CCBCE}">
      <dgm:prSet/>
      <dgm:spPr/>
      <dgm:t>
        <a:bodyPr/>
        <a:lstStyle/>
        <a:p>
          <a:r>
            <a:rPr lang="en-US" dirty="0"/>
            <a:t>Energy meter supports Various types of Communication system for remote reading.</a:t>
          </a:r>
          <a:endParaRPr lang="en-IN" dirty="0"/>
        </a:p>
      </dgm:t>
    </dgm:pt>
    <dgm:pt modelId="{0600B815-D6AF-47A7-BDCA-4BC509FEA968}" type="parTrans" cxnId="{0E2BABE0-9E91-4E2A-B2BC-DB3C848D5D0A}">
      <dgm:prSet/>
      <dgm:spPr/>
      <dgm:t>
        <a:bodyPr/>
        <a:lstStyle/>
        <a:p>
          <a:endParaRPr lang="en-IN"/>
        </a:p>
      </dgm:t>
    </dgm:pt>
    <dgm:pt modelId="{83879383-0E30-4EBF-8F61-4C4DEDD2D1BC}" type="sibTrans" cxnId="{0E2BABE0-9E91-4E2A-B2BC-DB3C848D5D0A}">
      <dgm:prSet/>
      <dgm:spPr/>
      <dgm:t>
        <a:bodyPr/>
        <a:lstStyle/>
        <a:p>
          <a:endParaRPr lang="en-IN"/>
        </a:p>
      </dgm:t>
    </dgm:pt>
    <dgm:pt modelId="{7D3ED5D2-8948-4FA8-B5D9-BB07F7F94395}">
      <dgm:prSet/>
      <dgm:spPr/>
      <dgm:t>
        <a:bodyPr/>
        <a:lstStyle/>
        <a:p>
          <a:r>
            <a:rPr lang="en-US" dirty="0"/>
            <a:t>LORAWAN</a:t>
          </a:r>
          <a:endParaRPr lang="en-IN" dirty="0"/>
        </a:p>
      </dgm:t>
    </dgm:pt>
    <dgm:pt modelId="{41B63B47-BA8B-4E8C-AD0D-0E63B26CA0A4}" type="parTrans" cxnId="{6F5F92E7-ECE2-459E-AB95-DBF44ACF45F0}">
      <dgm:prSet/>
      <dgm:spPr/>
      <dgm:t>
        <a:bodyPr/>
        <a:lstStyle/>
        <a:p>
          <a:endParaRPr lang="en-IN"/>
        </a:p>
      </dgm:t>
    </dgm:pt>
    <dgm:pt modelId="{1675A509-0641-4E1E-9B6B-B614FA7EE860}" type="sibTrans" cxnId="{6F5F92E7-ECE2-459E-AB95-DBF44ACF45F0}">
      <dgm:prSet/>
      <dgm:spPr/>
      <dgm:t>
        <a:bodyPr/>
        <a:lstStyle/>
        <a:p>
          <a:endParaRPr lang="en-IN"/>
        </a:p>
      </dgm:t>
    </dgm:pt>
    <dgm:pt modelId="{400D77EA-740F-4808-832C-0A5BBB92E22F}">
      <dgm:prSet/>
      <dgm:spPr/>
      <dgm:t>
        <a:bodyPr/>
        <a:lstStyle/>
        <a:p>
          <a:r>
            <a:rPr lang="en-US" dirty="0"/>
            <a:t>LORA</a:t>
          </a:r>
          <a:endParaRPr lang="en-IN" dirty="0"/>
        </a:p>
      </dgm:t>
    </dgm:pt>
    <dgm:pt modelId="{AF07EC46-B81B-45C2-8BC8-DB0BA4F9E81B}" type="parTrans" cxnId="{E8639739-0B36-48DB-BF3E-3F517EBCCE67}">
      <dgm:prSet/>
      <dgm:spPr/>
      <dgm:t>
        <a:bodyPr/>
        <a:lstStyle/>
        <a:p>
          <a:endParaRPr lang="en-IN"/>
        </a:p>
      </dgm:t>
    </dgm:pt>
    <dgm:pt modelId="{8EAB69B4-F119-4C34-B84C-AB276F35BCF7}" type="sibTrans" cxnId="{E8639739-0B36-48DB-BF3E-3F517EBCCE67}">
      <dgm:prSet/>
      <dgm:spPr/>
      <dgm:t>
        <a:bodyPr/>
        <a:lstStyle/>
        <a:p>
          <a:endParaRPr lang="en-IN"/>
        </a:p>
      </dgm:t>
    </dgm:pt>
    <dgm:pt modelId="{E54C18B7-FC38-45A5-8C23-77DF4A51D372}">
      <dgm:prSet/>
      <dgm:spPr/>
      <dgm:t>
        <a:bodyPr/>
        <a:lstStyle/>
        <a:p>
          <a:r>
            <a:rPr lang="en-US" dirty="0"/>
            <a:t>NBIOT</a:t>
          </a:r>
          <a:endParaRPr lang="en-IN" dirty="0"/>
        </a:p>
      </dgm:t>
    </dgm:pt>
    <dgm:pt modelId="{F0C68241-CE62-42E9-AC3C-F8CB2D511955}" type="parTrans" cxnId="{C20AAF01-77C1-4EA3-BF3F-3BBB97798924}">
      <dgm:prSet/>
      <dgm:spPr/>
      <dgm:t>
        <a:bodyPr/>
        <a:lstStyle/>
        <a:p>
          <a:endParaRPr lang="en-IN"/>
        </a:p>
      </dgm:t>
    </dgm:pt>
    <dgm:pt modelId="{817E4385-EF4C-4459-AA51-1E909D5CE239}" type="sibTrans" cxnId="{C20AAF01-77C1-4EA3-BF3F-3BBB97798924}">
      <dgm:prSet/>
      <dgm:spPr/>
      <dgm:t>
        <a:bodyPr/>
        <a:lstStyle/>
        <a:p>
          <a:endParaRPr lang="en-IN"/>
        </a:p>
      </dgm:t>
    </dgm:pt>
    <dgm:pt modelId="{3128D171-CD22-43AB-A252-D36122888F6B}">
      <dgm:prSet/>
      <dgm:spPr/>
      <dgm:t>
        <a:bodyPr/>
        <a:lstStyle/>
        <a:p>
          <a:r>
            <a:rPr lang="en-US" dirty="0"/>
            <a:t>WIFI</a:t>
          </a:r>
          <a:endParaRPr lang="en-IN" dirty="0"/>
        </a:p>
      </dgm:t>
    </dgm:pt>
    <dgm:pt modelId="{47899610-2DBE-4570-9814-58C786D06B47}" type="parTrans" cxnId="{098A0F04-7585-4614-8F2D-5CC999EEBADF}">
      <dgm:prSet/>
      <dgm:spPr/>
      <dgm:t>
        <a:bodyPr/>
        <a:lstStyle/>
        <a:p>
          <a:endParaRPr lang="en-IN"/>
        </a:p>
      </dgm:t>
    </dgm:pt>
    <dgm:pt modelId="{65149276-E7C8-4F98-B6BF-F148B98A2659}" type="sibTrans" cxnId="{098A0F04-7585-4614-8F2D-5CC999EEBADF}">
      <dgm:prSet/>
      <dgm:spPr/>
      <dgm:t>
        <a:bodyPr/>
        <a:lstStyle/>
        <a:p>
          <a:endParaRPr lang="en-IN"/>
        </a:p>
      </dgm:t>
    </dgm:pt>
    <dgm:pt modelId="{DA98F799-FFF2-4C0C-A4D5-7133410D3F2C}">
      <dgm:prSet/>
      <dgm:spPr/>
      <dgm:t>
        <a:bodyPr/>
        <a:lstStyle/>
        <a:p>
          <a:r>
            <a:rPr lang="en-US" dirty="0"/>
            <a:t>GPRS</a:t>
          </a:r>
          <a:endParaRPr lang="en-IN" dirty="0"/>
        </a:p>
      </dgm:t>
    </dgm:pt>
    <dgm:pt modelId="{F37951B7-EC55-4819-AB06-69E705EA422B}" type="parTrans" cxnId="{C1A3A6A1-B853-4A45-AC55-0868A9546E60}">
      <dgm:prSet/>
      <dgm:spPr/>
      <dgm:t>
        <a:bodyPr/>
        <a:lstStyle/>
        <a:p>
          <a:endParaRPr lang="en-IN"/>
        </a:p>
      </dgm:t>
    </dgm:pt>
    <dgm:pt modelId="{8511EEBF-8F44-466D-8E24-19BCF0E914F3}" type="sibTrans" cxnId="{C1A3A6A1-B853-4A45-AC55-0868A9546E60}">
      <dgm:prSet/>
      <dgm:spPr/>
      <dgm:t>
        <a:bodyPr/>
        <a:lstStyle/>
        <a:p>
          <a:endParaRPr lang="en-IN"/>
        </a:p>
      </dgm:t>
    </dgm:pt>
    <dgm:pt modelId="{ABAA4E3D-C153-4C84-B111-7765B45AB7BE}" type="pres">
      <dgm:prSet presAssocID="{225DD61B-C4BE-4735-AABD-23B67794027A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2E54275-CD26-48F5-AF7F-16A1B0C8FE43}" type="pres">
      <dgm:prSet presAssocID="{58983499-EE2B-4372-933F-EE16FE4CCBCE}" presName="root" presStyleCnt="0"/>
      <dgm:spPr/>
    </dgm:pt>
    <dgm:pt modelId="{555A76FA-21E5-4A1E-99B4-7FA42B2C1FFD}" type="pres">
      <dgm:prSet presAssocID="{58983499-EE2B-4372-933F-EE16FE4CCBCE}" presName="rootComposite" presStyleCnt="0"/>
      <dgm:spPr/>
    </dgm:pt>
    <dgm:pt modelId="{B7D6E7B7-AFD5-473A-98C1-CBC40C3F6836}" type="pres">
      <dgm:prSet presAssocID="{58983499-EE2B-4372-933F-EE16FE4CCBCE}" presName="rootText" presStyleLbl="node1" presStyleIdx="0" presStyleCnt="1" custScaleX="508903" custScaleY="288906"/>
      <dgm:spPr/>
    </dgm:pt>
    <dgm:pt modelId="{503E249B-263F-4C94-BD3F-9D6328A2787D}" type="pres">
      <dgm:prSet presAssocID="{58983499-EE2B-4372-933F-EE16FE4CCBCE}" presName="rootConnector" presStyleLbl="node1" presStyleIdx="0" presStyleCnt="1"/>
      <dgm:spPr/>
    </dgm:pt>
    <dgm:pt modelId="{4ADA29AB-991D-4BF1-8B87-4A1CADC9F9B5}" type="pres">
      <dgm:prSet presAssocID="{58983499-EE2B-4372-933F-EE16FE4CCBCE}" presName="childShape" presStyleCnt="0"/>
      <dgm:spPr/>
    </dgm:pt>
    <dgm:pt modelId="{F8E0BC29-F7CC-4081-AB85-C2263F079CA8}" type="pres">
      <dgm:prSet presAssocID="{AF07EC46-B81B-45C2-8BC8-DB0BA4F9E81B}" presName="Name13" presStyleLbl="parChTrans1D2" presStyleIdx="0" presStyleCnt="5"/>
      <dgm:spPr/>
    </dgm:pt>
    <dgm:pt modelId="{46D28A8B-0A78-48FD-99C3-0F8EC64CEA88}" type="pres">
      <dgm:prSet presAssocID="{400D77EA-740F-4808-832C-0A5BBB92E22F}" presName="childText" presStyleLbl="bgAcc1" presStyleIdx="0" presStyleCnt="5" custScaleX="282095">
        <dgm:presLayoutVars>
          <dgm:bulletEnabled val="1"/>
        </dgm:presLayoutVars>
      </dgm:prSet>
      <dgm:spPr/>
    </dgm:pt>
    <dgm:pt modelId="{26F7CFC8-F3B1-4DBE-8F47-F145EBF4AB72}" type="pres">
      <dgm:prSet presAssocID="{F0C68241-CE62-42E9-AC3C-F8CB2D511955}" presName="Name13" presStyleLbl="parChTrans1D2" presStyleIdx="1" presStyleCnt="5"/>
      <dgm:spPr/>
    </dgm:pt>
    <dgm:pt modelId="{B9EC8F74-4889-4B8B-B5FD-69EDE6102DB6}" type="pres">
      <dgm:prSet presAssocID="{E54C18B7-FC38-45A5-8C23-77DF4A51D372}" presName="childText" presStyleLbl="bgAcc1" presStyleIdx="1" presStyleCnt="5" custScaleX="282095">
        <dgm:presLayoutVars>
          <dgm:bulletEnabled val="1"/>
        </dgm:presLayoutVars>
      </dgm:prSet>
      <dgm:spPr/>
    </dgm:pt>
    <dgm:pt modelId="{4DED48B0-382F-4165-A136-B857AC9F1168}" type="pres">
      <dgm:prSet presAssocID="{47899610-2DBE-4570-9814-58C786D06B47}" presName="Name13" presStyleLbl="parChTrans1D2" presStyleIdx="2" presStyleCnt="5"/>
      <dgm:spPr/>
    </dgm:pt>
    <dgm:pt modelId="{F0EAB64E-785C-4022-8189-47E116AE0BC7}" type="pres">
      <dgm:prSet presAssocID="{3128D171-CD22-43AB-A252-D36122888F6B}" presName="childText" presStyleLbl="bgAcc1" presStyleIdx="2" presStyleCnt="5" custScaleX="282095">
        <dgm:presLayoutVars>
          <dgm:bulletEnabled val="1"/>
        </dgm:presLayoutVars>
      </dgm:prSet>
      <dgm:spPr/>
    </dgm:pt>
    <dgm:pt modelId="{E312D514-A4C3-4069-869E-7FA253EFAE6E}" type="pres">
      <dgm:prSet presAssocID="{F37951B7-EC55-4819-AB06-69E705EA422B}" presName="Name13" presStyleLbl="parChTrans1D2" presStyleIdx="3" presStyleCnt="5"/>
      <dgm:spPr/>
    </dgm:pt>
    <dgm:pt modelId="{ECE26CD5-002D-4CDA-BB06-C86E1EF4AFEB}" type="pres">
      <dgm:prSet presAssocID="{DA98F799-FFF2-4C0C-A4D5-7133410D3F2C}" presName="childText" presStyleLbl="bgAcc1" presStyleIdx="3" presStyleCnt="5" custScaleX="282095">
        <dgm:presLayoutVars>
          <dgm:bulletEnabled val="1"/>
        </dgm:presLayoutVars>
      </dgm:prSet>
      <dgm:spPr/>
    </dgm:pt>
    <dgm:pt modelId="{B23C723F-E45F-4A1A-98FE-DF96650532D9}" type="pres">
      <dgm:prSet presAssocID="{41B63B47-BA8B-4E8C-AD0D-0E63B26CA0A4}" presName="Name13" presStyleLbl="parChTrans1D2" presStyleIdx="4" presStyleCnt="5"/>
      <dgm:spPr/>
    </dgm:pt>
    <dgm:pt modelId="{452EC929-19D4-413A-9F32-65B10D2E72C4}" type="pres">
      <dgm:prSet presAssocID="{7D3ED5D2-8948-4FA8-B5D9-BB07F7F94395}" presName="childText" presStyleLbl="bgAcc1" presStyleIdx="4" presStyleCnt="5" custScaleX="282095">
        <dgm:presLayoutVars>
          <dgm:bulletEnabled val="1"/>
        </dgm:presLayoutVars>
      </dgm:prSet>
      <dgm:spPr/>
    </dgm:pt>
  </dgm:ptLst>
  <dgm:cxnLst>
    <dgm:cxn modelId="{C20AAF01-77C1-4EA3-BF3F-3BBB97798924}" srcId="{58983499-EE2B-4372-933F-EE16FE4CCBCE}" destId="{E54C18B7-FC38-45A5-8C23-77DF4A51D372}" srcOrd="1" destOrd="0" parTransId="{F0C68241-CE62-42E9-AC3C-F8CB2D511955}" sibTransId="{817E4385-EF4C-4459-AA51-1E909D5CE239}"/>
    <dgm:cxn modelId="{098A0F04-7585-4614-8F2D-5CC999EEBADF}" srcId="{58983499-EE2B-4372-933F-EE16FE4CCBCE}" destId="{3128D171-CD22-43AB-A252-D36122888F6B}" srcOrd="2" destOrd="0" parTransId="{47899610-2DBE-4570-9814-58C786D06B47}" sibTransId="{65149276-E7C8-4F98-B6BF-F148B98A2659}"/>
    <dgm:cxn modelId="{E802D71B-D4A4-406C-86C1-3D0BD3F60BEC}" type="presOf" srcId="{AF07EC46-B81B-45C2-8BC8-DB0BA4F9E81B}" destId="{F8E0BC29-F7CC-4081-AB85-C2263F079CA8}" srcOrd="0" destOrd="0" presId="urn:microsoft.com/office/officeart/2005/8/layout/hierarchy3"/>
    <dgm:cxn modelId="{E8639739-0B36-48DB-BF3E-3F517EBCCE67}" srcId="{58983499-EE2B-4372-933F-EE16FE4CCBCE}" destId="{400D77EA-740F-4808-832C-0A5BBB92E22F}" srcOrd="0" destOrd="0" parTransId="{AF07EC46-B81B-45C2-8BC8-DB0BA4F9E81B}" sibTransId="{8EAB69B4-F119-4C34-B84C-AB276F35BCF7}"/>
    <dgm:cxn modelId="{15D1F65D-38B8-443F-885F-A9D23C2E36DE}" type="presOf" srcId="{F37951B7-EC55-4819-AB06-69E705EA422B}" destId="{E312D514-A4C3-4069-869E-7FA253EFAE6E}" srcOrd="0" destOrd="0" presId="urn:microsoft.com/office/officeart/2005/8/layout/hierarchy3"/>
    <dgm:cxn modelId="{3C978161-5ABB-42B8-B0D6-BA031DBAE4B8}" type="presOf" srcId="{58983499-EE2B-4372-933F-EE16FE4CCBCE}" destId="{503E249B-263F-4C94-BD3F-9D6328A2787D}" srcOrd="1" destOrd="0" presId="urn:microsoft.com/office/officeart/2005/8/layout/hierarchy3"/>
    <dgm:cxn modelId="{23F8B743-3CAE-4575-BE71-A7C54CEE6CE0}" type="presOf" srcId="{F0C68241-CE62-42E9-AC3C-F8CB2D511955}" destId="{26F7CFC8-F3B1-4DBE-8F47-F145EBF4AB72}" srcOrd="0" destOrd="0" presId="urn:microsoft.com/office/officeart/2005/8/layout/hierarchy3"/>
    <dgm:cxn modelId="{AC956A68-1164-4666-92EF-E747F74823DA}" type="presOf" srcId="{58983499-EE2B-4372-933F-EE16FE4CCBCE}" destId="{B7D6E7B7-AFD5-473A-98C1-CBC40C3F6836}" srcOrd="0" destOrd="0" presId="urn:microsoft.com/office/officeart/2005/8/layout/hierarchy3"/>
    <dgm:cxn modelId="{6D36E24F-C882-4467-BC60-12301D462999}" type="presOf" srcId="{41B63B47-BA8B-4E8C-AD0D-0E63B26CA0A4}" destId="{B23C723F-E45F-4A1A-98FE-DF96650532D9}" srcOrd="0" destOrd="0" presId="urn:microsoft.com/office/officeart/2005/8/layout/hierarchy3"/>
    <dgm:cxn modelId="{77D2C681-8D5B-44DF-B546-89D28044CF74}" type="presOf" srcId="{3128D171-CD22-43AB-A252-D36122888F6B}" destId="{F0EAB64E-785C-4022-8189-47E116AE0BC7}" srcOrd="0" destOrd="0" presId="urn:microsoft.com/office/officeart/2005/8/layout/hierarchy3"/>
    <dgm:cxn modelId="{5DD89B99-F0DE-4BAA-8BC5-1A6695DC4BD2}" type="presOf" srcId="{E54C18B7-FC38-45A5-8C23-77DF4A51D372}" destId="{B9EC8F74-4889-4B8B-B5FD-69EDE6102DB6}" srcOrd="0" destOrd="0" presId="urn:microsoft.com/office/officeart/2005/8/layout/hierarchy3"/>
    <dgm:cxn modelId="{C1A3A6A1-B853-4A45-AC55-0868A9546E60}" srcId="{58983499-EE2B-4372-933F-EE16FE4CCBCE}" destId="{DA98F799-FFF2-4C0C-A4D5-7133410D3F2C}" srcOrd="3" destOrd="0" parTransId="{F37951B7-EC55-4819-AB06-69E705EA422B}" sibTransId="{8511EEBF-8F44-466D-8E24-19BCF0E914F3}"/>
    <dgm:cxn modelId="{7E65F7A7-5B5E-4F2F-8A4C-D05BB02A63D5}" type="presOf" srcId="{47899610-2DBE-4570-9814-58C786D06B47}" destId="{4DED48B0-382F-4165-A136-B857AC9F1168}" srcOrd="0" destOrd="0" presId="urn:microsoft.com/office/officeart/2005/8/layout/hierarchy3"/>
    <dgm:cxn modelId="{744B8DB3-9B6C-4C12-80F0-8A233158DEE3}" type="presOf" srcId="{225DD61B-C4BE-4735-AABD-23B67794027A}" destId="{ABAA4E3D-C153-4C84-B111-7765B45AB7BE}" srcOrd="0" destOrd="0" presId="urn:microsoft.com/office/officeart/2005/8/layout/hierarchy3"/>
    <dgm:cxn modelId="{1FD184D1-BF3F-4413-8DBB-A3BF6D2BFCED}" type="presOf" srcId="{400D77EA-740F-4808-832C-0A5BBB92E22F}" destId="{46D28A8B-0A78-48FD-99C3-0F8EC64CEA88}" srcOrd="0" destOrd="0" presId="urn:microsoft.com/office/officeart/2005/8/layout/hierarchy3"/>
    <dgm:cxn modelId="{331AD0D1-827D-4C16-BD93-ECEAEE3B6F57}" type="presOf" srcId="{DA98F799-FFF2-4C0C-A4D5-7133410D3F2C}" destId="{ECE26CD5-002D-4CDA-BB06-C86E1EF4AFEB}" srcOrd="0" destOrd="0" presId="urn:microsoft.com/office/officeart/2005/8/layout/hierarchy3"/>
    <dgm:cxn modelId="{0E2BABE0-9E91-4E2A-B2BC-DB3C848D5D0A}" srcId="{225DD61B-C4BE-4735-AABD-23B67794027A}" destId="{58983499-EE2B-4372-933F-EE16FE4CCBCE}" srcOrd="0" destOrd="0" parTransId="{0600B815-D6AF-47A7-BDCA-4BC509FEA968}" sibTransId="{83879383-0E30-4EBF-8F61-4C4DEDD2D1BC}"/>
    <dgm:cxn modelId="{85E290E7-4952-4B58-9F45-5B78B3D056B8}" type="presOf" srcId="{7D3ED5D2-8948-4FA8-B5D9-BB07F7F94395}" destId="{452EC929-19D4-413A-9F32-65B10D2E72C4}" srcOrd="0" destOrd="0" presId="urn:microsoft.com/office/officeart/2005/8/layout/hierarchy3"/>
    <dgm:cxn modelId="{6F5F92E7-ECE2-459E-AB95-DBF44ACF45F0}" srcId="{58983499-EE2B-4372-933F-EE16FE4CCBCE}" destId="{7D3ED5D2-8948-4FA8-B5D9-BB07F7F94395}" srcOrd="4" destOrd="0" parTransId="{41B63B47-BA8B-4E8C-AD0D-0E63B26CA0A4}" sibTransId="{1675A509-0641-4E1E-9B6B-B614FA7EE860}"/>
    <dgm:cxn modelId="{D346FE39-F801-4DFE-A5A5-C714C60C4063}" type="presParOf" srcId="{ABAA4E3D-C153-4C84-B111-7765B45AB7BE}" destId="{02E54275-CD26-48F5-AF7F-16A1B0C8FE43}" srcOrd="0" destOrd="0" presId="urn:microsoft.com/office/officeart/2005/8/layout/hierarchy3"/>
    <dgm:cxn modelId="{0AB405B7-E92E-4110-80ED-CE8DD799A43C}" type="presParOf" srcId="{02E54275-CD26-48F5-AF7F-16A1B0C8FE43}" destId="{555A76FA-21E5-4A1E-99B4-7FA42B2C1FFD}" srcOrd="0" destOrd="0" presId="urn:microsoft.com/office/officeart/2005/8/layout/hierarchy3"/>
    <dgm:cxn modelId="{C52FB184-0BCB-4768-9220-6A3ED7FF7036}" type="presParOf" srcId="{555A76FA-21E5-4A1E-99B4-7FA42B2C1FFD}" destId="{B7D6E7B7-AFD5-473A-98C1-CBC40C3F6836}" srcOrd="0" destOrd="0" presId="urn:microsoft.com/office/officeart/2005/8/layout/hierarchy3"/>
    <dgm:cxn modelId="{1961E2EF-018C-4E46-A166-BDDA6908D517}" type="presParOf" srcId="{555A76FA-21E5-4A1E-99B4-7FA42B2C1FFD}" destId="{503E249B-263F-4C94-BD3F-9D6328A2787D}" srcOrd="1" destOrd="0" presId="urn:microsoft.com/office/officeart/2005/8/layout/hierarchy3"/>
    <dgm:cxn modelId="{0B6F78A4-5971-4E79-A1AC-3BFE7BFE3B56}" type="presParOf" srcId="{02E54275-CD26-48F5-AF7F-16A1B0C8FE43}" destId="{4ADA29AB-991D-4BF1-8B87-4A1CADC9F9B5}" srcOrd="1" destOrd="0" presId="urn:microsoft.com/office/officeart/2005/8/layout/hierarchy3"/>
    <dgm:cxn modelId="{0BA29DC4-092C-479F-B98B-A0AFDB9C76AC}" type="presParOf" srcId="{4ADA29AB-991D-4BF1-8B87-4A1CADC9F9B5}" destId="{F8E0BC29-F7CC-4081-AB85-C2263F079CA8}" srcOrd="0" destOrd="0" presId="urn:microsoft.com/office/officeart/2005/8/layout/hierarchy3"/>
    <dgm:cxn modelId="{9B880E00-AE5E-4D17-A005-3B866F7270B6}" type="presParOf" srcId="{4ADA29AB-991D-4BF1-8B87-4A1CADC9F9B5}" destId="{46D28A8B-0A78-48FD-99C3-0F8EC64CEA88}" srcOrd="1" destOrd="0" presId="urn:microsoft.com/office/officeart/2005/8/layout/hierarchy3"/>
    <dgm:cxn modelId="{0467D04C-5A67-419B-B043-A3F328A209AE}" type="presParOf" srcId="{4ADA29AB-991D-4BF1-8B87-4A1CADC9F9B5}" destId="{26F7CFC8-F3B1-4DBE-8F47-F145EBF4AB72}" srcOrd="2" destOrd="0" presId="urn:microsoft.com/office/officeart/2005/8/layout/hierarchy3"/>
    <dgm:cxn modelId="{5D6939BC-8078-4884-8174-086221F01543}" type="presParOf" srcId="{4ADA29AB-991D-4BF1-8B87-4A1CADC9F9B5}" destId="{B9EC8F74-4889-4B8B-B5FD-69EDE6102DB6}" srcOrd="3" destOrd="0" presId="urn:microsoft.com/office/officeart/2005/8/layout/hierarchy3"/>
    <dgm:cxn modelId="{7CF6519C-B6E5-4D43-B65F-2FE476A95D97}" type="presParOf" srcId="{4ADA29AB-991D-4BF1-8B87-4A1CADC9F9B5}" destId="{4DED48B0-382F-4165-A136-B857AC9F1168}" srcOrd="4" destOrd="0" presId="urn:microsoft.com/office/officeart/2005/8/layout/hierarchy3"/>
    <dgm:cxn modelId="{7ABAFFB6-6ECF-4F23-8207-203497271405}" type="presParOf" srcId="{4ADA29AB-991D-4BF1-8B87-4A1CADC9F9B5}" destId="{F0EAB64E-785C-4022-8189-47E116AE0BC7}" srcOrd="5" destOrd="0" presId="urn:microsoft.com/office/officeart/2005/8/layout/hierarchy3"/>
    <dgm:cxn modelId="{7B896D2C-C696-4035-ADAD-E9F847888D6C}" type="presParOf" srcId="{4ADA29AB-991D-4BF1-8B87-4A1CADC9F9B5}" destId="{E312D514-A4C3-4069-869E-7FA253EFAE6E}" srcOrd="6" destOrd="0" presId="urn:microsoft.com/office/officeart/2005/8/layout/hierarchy3"/>
    <dgm:cxn modelId="{6C9E94DA-72F3-408A-AC70-C496087F801B}" type="presParOf" srcId="{4ADA29AB-991D-4BF1-8B87-4A1CADC9F9B5}" destId="{ECE26CD5-002D-4CDA-BB06-C86E1EF4AFEB}" srcOrd="7" destOrd="0" presId="urn:microsoft.com/office/officeart/2005/8/layout/hierarchy3"/>
    <dgm:cxn modelId="{4E0EB6D6-A5D0-46A6-BCD5-573136183C5E}" type="presParOf" srcId="{4ADA29AB-991D-4BF1-8B87-4A1CADC9F9B5}" destId="{B23C723F-E45F-4A1A-98FE-DF96650532D9}" srcOrd="8" destOrd="0" presId="urn:microsoft.com/office/officeart/2005/8/layout/hierarchy3"/>
    <dgm:cxn modelId="{1377C1A6-7B5C-44F7-820A-996F55119C11}" type="presParOf" srcId="{4ADA29AB-991D-4BF1-8B87-4A1CADC9F9B5}" destId="{452EC929-19D4-413A-9F32-65B10D2E72C4}" srcOrd="9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ED43E3-62BB-47EE-9F26-254662B6DF44}">
      <dsp:nvSpPr>
        <dsp:cNvPr id="0" name=""/>
        <dsp:cNvSpPr/>
      </dsp:nvSpPr>
      <dsp:spPr>
        <a:xfrm>
          <a:off x="0" y="61256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It Can Read Both  EB and DG</a:t>
          </a:r>
          <a:endParaRPr lang="en-IN" sz="1500" kern="1200"/>
        </a:p>
      </dsp:txBody>
      <dsp:txXfrm>
        <a:off x="16706" y="629274"/>
        <a:ext cx="7236964" cy="308813"/>
      </dsp:txXfrm>
    </dsp:sp>
    <dsp:sp modelId="{8672D512-5999-49B0-93BA-B7D0D75EBF69}">
      <dsp:nvSpPr>
        <dsp:cNvPr id="0" name=""/>
        <dsp:cNvSpPr/>
      </dsp:nvSpPr>
      <dsp:spPr>
        <a:xfrm>
          <a:off x="0" y="99799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It is a Global Standard Product.</a:t>
          </a:r>
          <a:endParaRPr lang="en-IN" sz="1500" kern="1200"/>
        </a:p>
      </dsp:txBody>
      <dsp:txXfrm>
        <a:off x="16706" y="1014699"/>
        <a:ext cx="7236964" cy="308813"/>
      </dsp:txXfrm>
    </dsp:sp>
    <dsp:sp modelId="{0D21C016-8A30-4F0A-8B68-445F2704C13E}">
      <dsp:nvSpPr>
        <dsp:cNvPr id="0" name=""/>
        <dsp:cNvSpPr/>
      </dsp:nvSpPr>
      <dsp:spPr>
        <a:xfrm>
          <a:off x="0" y="138341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Certified with  NABL/CE.</a:t>
          </a:r>
          <a:endParaRPr lang="en-IN" sz="1500" kern="1200"/>
        </a:p>
      </dsp:txBody>
      <dsp:txXfrm>
        <a:off x="16706" y="1400124"/>
        <a:ext cx="7236964" cy="308813"/>
      </dsp:txXfrm>
    </dsp:sp>
    <dsp:sp modelId="{23B00531-5564-4A42-93F9-E5B4D59AEAB7}">
      <dsp:nvSpPr>
        <dsp:cNvPr id="0" name=""/>
        <dsp:cNvSpPr/>
      </dsp:nvSpPr>
      <dsp:spPr>
        <a:xfrm>
          <a:off x="0" y="176884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Meter Can store the Data For 12 Months.</a:t>
          </a:r>
          <a:endParaRPr lang="en-IN" sz="1500" kern="1200"/>
        </a:p>
      </dsp:txBody>
      <dsp:txXfrm>
        <a:off x="16706" y="1785549"/>
        <a:ext cx="7236964" cy="308813"/>
      </dsp:txXfrm>
    </dsp:sp>
    <dsp:sp modelId="{00B73799-0DA9-4952-926F-10C346534B57}">
      <dsp:nvSpPr>
        <dsp:cNvPr id="0" name=""/>
        <dsp:cNvSpPr/>
      </dsp:nvSpPr>
      <dsp:spPr>
        <a:xfrm>
          <a:off x="0" y="215426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Features Like Anti Tamper</a:t>
          </a:r>
          <a:endParaRPr lang="en-IN" sz="1500" kern="1200"/>
        </a:p>
      </dsp:txBody>
      <dsp:txXfrm>
        <a:off x="16706" y="2170974"/>
        <a:ext cx="7236964" cy="308813"/>
      </dsp:txXfrm>
    </dsp:sp>
    <dsp:sp modelId="{F68C2A4E-85EE-4DA0-BE51-825127D3E196}">
      <dsp:nvSpPr>
        <dsp:cNvPr id="0" name=""/>
        <dsp:cNvSpPr/>
      </dsp:nvSpPr>
      <dsp:spPr>
        <a:xfrm>
          <a:off x="0" y="253969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Low Credit Alarm.</a:t>
          </a:r>
          <a:endParaRPr lang="en-IN" sz="1500" kern="1200"/>
        </a:p>
      </dsp:txBody>
      <dsp:txXfrm>
        <a:off x="16706" y="2556399"/>
        <a:ext cx="7236964" cy="308813"/>
      </dsp:txXfrm>
    </dsp:sp>
    <dsp:sp modelId="{21A4185C-95A2-4854-8BD3-30E37A52BB59}">
      <dsp:nvSpPr>
        <dsp:cNvPr id="0" name=""/>
        <dsp:cNvSpPr/>
      </dsp:nvSpPr>
      <dsp:spPr>
        <a:xfrm>
          <a:off x="0" y="292511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20 Digit Token for Recharge .</a:t>
          </a:r>
          <a:endParaRPr lang="en-IN" sz="1500" kern="1200"/>
        </a:p>
      </dsp:txBody>
      <dsp:txXfrm>
        <a:off x="16706" y="2941824"/>
        <a:ext cx="7236964" cy="308813"/>
      </dsp:txXfrm>
    </dsp:sp>
    <dsp:sp modelId="{2ECB4072-F896-4586-A38C-345B259C3D53}">
      <dsp:nvSpPr>
        <dsp:cNvPr id="0" name=""/>
        <dsp:cNvSpPr/>
      </dsp:nvSpPr>
      <dsp:spPr>
        <a:xfrm>
          <a:off x="0" y="331054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End user can check the usage with short keys  for Balance Amount and Usage.</a:t>
          </a:r>
          <a:endParaRPr lang="en-IN" sz="1500" kern="1200"/>
        </a:p>
      </dsp:txBody>
      <dsp:txXfrm>
        <a:off x="16706" y="3327249"/>
        <a:ext cx="7236964" cy="308813"/>
      </dsp:txXfrm>
    </dsp:sp>
    <dsp:sp modelId="{7266CAA3-1AB4-4B6C-A6CD-4DF0B20A4D3E}">
      <dsp:nvSpPr>
        <dsp:cNvPr id="0" name=""/>
        <dsp:cNvSpPr/>
      </dsp:nvSpPr>
      <dsp:spPr>
        <a:xfrm>
          <a:off x="0" y="3695968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It shows Total usage,  Usage of Power , Usage of Generator.</a:t>
          </a:r>
          <a:endParaRPr lang="en-IN" sz="1500" kern="1200"/>
        </a:p>
      </dsp:txBody>
      <dsp:txXfrm>
        <a:off x="16706" y="3712674"/>
        <a:ext cx="7236964" cy="308813"/>
      </dsp:txXfrm>
    </dsp:sp>
    <dsp:sp modelId="{2D6D8C46-4447-4925-BEBA-79F3BBBC15C4}">
      <dsp:nvSpPr>
        <dsp:cNvPr id="0" name=""/>
        <dsp:cNvSpPr/>
      </dsp:nvSpPr>
      <dsp:spPr>
        <a:xfrm>
          <a:off x="0" y="4081393"/>
          <a:ext cx="7270376" cy="3422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1" kern="1200"/>
            <a:t>It supports Various types of Communication system for remote reading like Lora/NBIOT</a:t>
          </a:r>
          <a:endParaRPr lang="en-IN" sz="1500" kern="1200"/>
        </a:p>
      </dsp:txBody>
      <dsp:txXfrm>
        <a:off x="16706" y="4098099"/>
        <a:ext cx="7236964" cy="30881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47BDCA-EC5E-410A-BD56-58E82005B9B4}">
      <dsp:nvSpPr>
        <dsp:cNvPr id="0" name=""/>
        <dsp:cNvSpPr/>
      </dsp:nvSpPr>
      <dsp:spPr>
        <a:xfrm>
          <a:off x="-4924010" y="-754777"/>
          <a:ext cx="5866403" cy="5866403"/>
        </a:xfrm>
        <a:prstGeom prst="blockArc">
          <a:avLst>
            <a:gd name="adj1" fmla="val 18900000"/>
            <a:gd name="adj2" fmla="val 2700000"/>
            <a:gd name="adj3" fmla="val 368"/>
          </a:avLst>
        </a:pr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DA3C9E-333F-4014-9AB1-E4E18721AA79}">
      <dsp:nvSpPr>
        <dsp:cNvPr id="0" name=""/>
        <dsp:cNvSpPr/>
      </dsp:nvSpPr>
      <dsp:spPr>
        <a:xfrm>
          <a:off x="305632" y="126036"/>
          <a:ext cx="9542202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Our software is developed in such a way that, with high Security and it can be deployed on cloud server as well as client/on-site server as per the client requirement.</a:t>
          </a:r>
          <a:endParaRPr lang="en-IN" sz="1800" kern="1200" dirty="0"/>
        </a:p>
      </dsp:txBody>
      <dsp:txXfrm>
        <a:off x="305632" y="126036"/>
        <a:ext cx="9542202" cy="540001"/>
      </dsp:txXfrm>
    </dsp:sp>
    <dsp:sp modelId="{EA202AD6-7AE4-4BF3-8060-179627A8ACA7}">
      <dsp:nvSpPr>
        <dsp:cNvPr id="0" name=""/>
        <dsp:cNvSpPr/>
      </dsp:nvSpPr>
      <dsp:spPr>
        <a:xfrm>
          <a:off x="58163" y="148568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833444-A097-47F8-B9B8-315B4D8721EF}">
      <dsp:nvSpPr>
        <dsp:cNvPr id="0" name=""/>
        <dsp:cNvSpPr/>
      </dsp:nvSpPr>
      <dsp:spPr>
        <a:xfrm>
          <a:off x="664201" y="720311"/>
          <a:ext cx="9183633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It is multi user platform with high scalability and with mobile App functionality.</a:t>
          </a:r>
          <a:endParaRPr lang="en-IN" sz="1800" kern="1200" dirty="0"/>
        </a:p>
      </dsp:txBody>
      <dsp:txXfrm>
        <a:off x="664201" y="720311"/>
        <a:ext cx="9183633" cy="540001"/>
      </dsp:txXfrm>
    </dsp:sp>
    <dsp:sp modelId="{08F7DF45-CB75-45D3-B0EB-DD280EAB9DA0}">
      <dsp:nvSpPr>
        <dsp:cNvPr id="0" name=""/>
        <dsp:cNvSpPr/>
      </dsp:nvSpPr>
      <dsp:spPr>
        <a:xfrm>
          <a:off x="416732" y="742842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001C52-9AC1-43E8-9F62-9083B61E5880}">
      <dsp:nvSpPr>
        <dsp:cNvPr id="0" name=""/>
        <dsp:cNvSpPr/>
      </dsp:nvSpPr>
      <dsp:spPr>
        <a:xfrm>
          <a:off x="860695" y="1314149"/>
          <a:ext cx="8987139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Our software is plug and play type where we can add New features and integrate multiple instruments.</a:t>
          </a:r>
          <a:endParaRPr lang="en-IN" sz="1800" kern="1200" dirty="0"/>
        </a:p>
      </dsp:txBody>
      <dsp:txXfrm>
        <a:off x="860695" y="1314149"/>
        <a:ext cx="8987139" cy="540001"/>
      </dsp:txXfrm>
    </dsp:sp>
    <dsp:sp modelId="{7437A7B8-C45E-48DA-93C9-46961BAECEC9}">
      <dsp:nvSpPr>
        <dsp:cNvPr id="0" name=""/>
        <dsp:cNvSpPr/>
      </dsp:nvSpPr>
      <dsp:spPr>
        <a:xfrm>
          <a:off x="613226" y="1336680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FC2B56-022C-44F8-9F14-4F8EC90A4593}">
      <dsp:nvSpPr>
        <dsp:cNvPr id="0" name=""/>
        <dsp:cNvSpPr/>
      </dsp:nvSpPr>
      <dsp:spPr>
        <a:xfrm>
          <a:off x="923433" y="1908423"/>
          <a:ext cx="8924401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Admin can manage all the activities like monitoring the meters, can Control the meters, Billing.</a:t>
          </a:r>
          <a:endParaRPr lang="en-IN" sz="1800" kern="1200" dirty="0"/>
        </a:p>
      </dsp:txBody>
      <dsp:txXfrm>
        <a:off x="923433" y="1908423"/>
        <a:ext cx="8924401" cy="540001"/>
      </dsp:txXfrm>
    </dsp:sp>
    <dsp:sp modelId="{E8CD59BE-61CF-4BBD-8F36-450657715FDF}">
      <dsp:nvSpPr>
        <dsp:cNvPr id="0" name=""/>
        <dsp:cNvSpPr/>
      </dsp:nvSpPr>
      <dsp:spPr>
        <a:xfrm>
          <a:off x="675964" y="1930955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70FBFE3-843E-4586-9EC1-DEC007606813}">
      <dsp:nvSpPr>
        <dsp:cNvPr id="0" name=""/>
        <dsp:cNvSpPr/>
      </dsp:nvSpPr>
      <dsp:spPr>
        <a:xfrm>
          <a:off x="860695" y="2502697"/>
          <a:ext cx="8987139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User can monitor his/her usage, register a query, Download the Bills  and Pay the bills. </a:t>
          </a:r>
          <a:endParaRPr lang="en-IN" sz="1800" kern="1200" dirty="0"/>
        </a:p>
      </dsp:txBody>
      <dsp:txXfrm>
        <a:off x="860695" y="2502697"/>
        <a:ext cx="8987139" cy="540001"/>
      </dsp:txXfrm>
    </dsp:sp>
    <dsp:sp modelId="{43FF4BF4-F949-4A8D-A5E7-FBE548F4B659}">
      <dsp:nvSpPr>
        <dsp:cNvPr id="0" name=""/>
        <dsp:cNvSpPr/>
      </dsp:nvSpPr>
      <dsp:spPr>
        <a:xfrm>
          <a:off x="613226" y="2525229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6DCAC-5EAD-44E7-BCD5-05771ED1AE3C}">
      <dsp:nvSpPr>
        <dsp:cNvPr id="0" name=""/>
        <dsp:cNvSpPr/>
      </dsp:nvSpPr>
      <dsp:spPr>
        <a:xfrm>
          <a:off x="664201" y="3096535"/>
          <a:ext cx="9183633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SMS Alerts will be sent to customers during Low credit Balance and on Bill Payments.</a:t>
          </a:r>
          <a:endParaRPr lang="en-IN" sz="1800" kern="1200"/>
        </a:p>
      </dsp:txBody>
      <dsp:txXfrm>
        <a:off x="664201" y="3096535"/>
        <a:ext cx="9183633" cy="540001"/>
      </dsp:txXfrm>
    </dsp:sp>
    <dsp:sp modelId="{BE542B78-CA7C-4B93-B2B0-6B4A14C75571}">
      <dsp:nvSpPr>
        <dsp:cNvPr id="0" name=""/>
        <dsp:cNvSpPr/>
      </dsp:nvSpPr>
      <dsp:spPr>
        <a:xfrm>
          <a:off x="416732" y="3119067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7F04DA-2B14-4A1D-8D60-F4C6C430555B}">
      <dsp:nvSpPr>
        <dsp:cNvPr id="0" name=""/>
        <dsp:cNvSpPr/>
      </dsp:nvSpPr>
      <dsp:spPr>
        <a:xfrm>
          <a:off x="305632" y="3690809"/>
          <a:ext cx="9542202" cy="54000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14286" tIns="45720" rIns="45720" bIns="4572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Customizable to add more features based on client requirements.</a:t>
          </a:r>
          <a:endParaRPr lang="en-IN" sz="1800" kern="1200"/>
        </a:p>
      </dsp:txBody>
      <dsp:txXfrm>
        <a:off x="305632" y="3690809"/>
        <a:ext cx="9542202" cy="540001"/>
      </dsp:txXfrm>
    </dsp:sp>
    <dsp:sp modelId="{920E7A49-8B97-4D02-BA1D-F3962489BF69}">
      <dsp:nvSpPr>
        <dsp:cNvPr id="0" name=""/>
        <dsp:cNvSpPr/>
      </dsp:nvSpPr>
      <dsp:spPr>
        <a:xfrm>
          <a:off x="58163" y="3713341"/>
          <a:ext cx="494937" cy="494937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D14BEF7-05DE-4DF8-9023-F33D82938CE6}">
      <dsp:nvSpPr>
        <dsp:cNvPr id="0" name=""/>
        <dsp:cNvSpPr/>
      </dsp:nvSpPr>
      <dsp:spPr>
        <a:xfrm>
          <a:off x="0" y="1062514"/>
          <a:ext cx="9905999" cy="1416685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26D2A2C-5B6D-4A10-9075-132C3A7464AC}">
      <dsp:nvSpPr>
        <dsp:cNvPr id="0" name=""/>
        <dsp:cNvSpPr/>
      </dsp:nvSpPr>
      <dsp:spPr>
        <a:xfrm>
          <a:off x="4462" y="0"/>
          <a:ext cx="2146138" cy="141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We provide Comprehensive AMC to our customer, we cover malfunctioned or defective product.</a:t>
          </a:r>
          <a:endParaRPr lang="en-IN" sz="1700" kern="1200"/>
        </a:p>
      </dsp:txBody>
      <dsp:txXfrm>
        <a:off x="4462" y="0"/>
        <a:ext cx="2146138" cy="1416685"/>
      </dsp:txXfrm>
    </dsp:sp>
    <dsp:sp modelId="{B3B3B28F-D7DA-432B-B1BB-FDBA61B35A2A}">
      <dsp:nvSpPr>
        <dsp:cNvPr id="0" name=""/>
        <dsp:cNvSpPr/>
      </dsp:nvSpPr>
      <dsp:spPr>
        <a:xfrm>
          <a:off x="900445" y="1593771"/>
          <a:ext cx="354171" cy="354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82FAE3-6991-42FB-A01F-3D1C3015501E}">
      <dsp:nvSpPr>
        <dsp:cNvPr id="0" name=""/>
        <dsp:cNvSpPr/>
      </dsp:nvSpPr>
      <dsp:spPr>
        <a:xfrm>
          <a:off x="2257907" y="2125028"/>
          <a:ext cx="2146138" cy="141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With comprehensive Annual maintenance contract we replace the item with New item.</a:t>
          </a:r>
          <a:endParaRPr lang="en-IN" sz="1700" kern="1200"/>
        </a:p>
      </dsp:txBody>
      <dsp:txXfrm>
        <a:off x="2257907" y="2125028"/>
        <a:ext cx="2146138" cy="1416685"/>
      </dsp:txXfrm>
    </dsp:sp>
    <dsp:sp modelId="{1F569FC9-0FA8-4944-B090-560E748241F5}">
      <dsp:nvSpPr>
        <dsp:cNvPr id="0" name=""/>
        <dsp:cNvSpPr/>
      </dsp:nvSpPr>
      <dsp:spPr>
        <a:xfrm>
          <a:off x="3153891" y="1593771"/>
          <a:ext cx="354171" cy="354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30B9B9D-C776-46F0-B5E3-FB5BB65D1D23}">
      <dsp:nvSpPr>
        <dsp:cNvPr id="0" name=""/>
        <dsp:cNvSpPr/>
      </dsp:nvSpPr>
      <dsp:spPr>
        <a:xfrm>
          <a:off x="4511353" y="0"/>
          <a:ext cx="2146138" cy="141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b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AMC starts from Day 1 after the installation of the meter.</a:t>
          </a:r>
          <a:endParaRPr lang="en-IN" sz="1700" kern="1200"/>
        </a:p>
      </dsp:txBody>
      <dsp:txXfrm>
        <a:off x="4511353" y="0"/>
        <a:ext cx="2146138" cy="1416685"/>
      </dsp:txXfrm>
    </dsp:sp>
    <dsp:sp modelId="{3A09CA2D-A2AF-4A64-9478-67FBFFAAE350}">
      <dsp:nvSpPr>
        <dsp:cNvPr id="0" name=""/>
        <dsp:cNvSpPr/>
      </dsp:nvSpPr>
      <dsp:spPr>
        <a:xfrm>
          <a:off x="5407336" y="1593771"/>
          <a:ext cx="354171" cy="354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88927F-4AEB-4CAA-AB00-8E9BE256B0BD}">
      <dsp:nvSpPr>
        <dsp:cNvPr id="0" name=""/>
        <dsp:cNvSpPr/>
      </dsp:nvSpPr>
      <dsp:spPr>
        <a:xfrm>
          <a:off x="6764798" y="2125028"/>
          <a:ext cx="2146138" cy="14166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0904" tIns="120904" rIns="120904" bIns="120904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On Time service will be provided to our customer</a:t>
          </a:r>
          <a:endParaRPr lang="en-IN" sz="1700" kern="1200"/>
        </a:p>
      </dsp:txBody>
      <dsp:txXfrm>
        <a:off x="6764798" y="2125028"/>
        <a:ext cx="2146138" cy="1416685"/>
      </dsp:txXfrm>
    </dsp:sp>
    <dsp:sp modelId="{2A50981B-3446-45DA-A779-3E88145B5EE1}">
      <dsp:nvSpPr>
        <dsp:cNvPr id="0" name=""/>
        <dsp:cNvSpPr/>
      </dsp:nvSpPr>
      <dsp:spPr>
        <a:xfrm>
          <a:off x="7660782" y="1593771"/>
          <a:ext cx="354171" cy="354171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E23803-647C-4D72-980D-F24DD164FC15}">
      <dsp:nvSpPr>
        <dsp:cNvPr id="0" name=""/>
        <dsp:cNvSpPr/>
      </dsp:nvSpPr>
      <dsp:spPr>
        <a:xfrm>
          <a:off x="3063457" y="0"/>
          <a:ext cx="3600008" cy="354169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3020" tIns="33020" rIns="33020" bIns="3302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 dirty="0"/>
            <a:t>Pricing of the product: we give Cost-effective with loaded features and support when compared to other companies.</a:t>
          </a:r>
          <a:endParaRPr lang="en-IN" sz="2600" kern="1200" dirty="0"/>
        </a:p>
      </dsp:txBody>
      <dsp:txXfrm>
        <a:off x="3590666" y="518669"/>
        <a:ext cx="2545590" cy="2504358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D0FB67-71E8-430A-986E-E57097959E04}">
      <dsp:nvSpPr>
        <dsp:cNvPr id="0" name=""/>
        <dsp:cNvSpPr/>
      </dsp:nvSpPr>
      <dsp:spPr>
        <a:xfrm>
          <a:off x="3182142" y="0"/>
          <a:ext cx="3541714" cy="3541714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Meter Without Communication Module.</a:t>
          </a:r>
          <a:endParaRPr lang="en-IN" sz="900" kern="1200"/>
        </a:p>
      </dsp:txBody>
      <dsp:txXfrm>
        <a:off x="4334084" y="177085"/>
        <a:ext cx="1237829" cy="531257"/>
      </dsp:txXfrm>
    </dsp:sp>
    <dsp:sp modelId="{86310FD9-AD30-4AE1-B459-5A3DFC5B0D40}">
      <dsp:nvSpPr>
        <dsp:cNvPr id="0" name=""/>
        <dsp:cNvSpPr/>
      </dsp:nvSpPr>
      <dsp:spPr>
        <a:xfrm>
          <a:off x="3624856" y="885428"/>
          <a:ext cx="2656285" cy="26562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We Provide Username and Password for Login Portal.</a:t>
          </a:r>
          <a:endParaRPr lang="en-IN" sz="900" kern="1200"/>
        </a:p>
      </dsp:txBody>
      <dsp:txXfrm>
        <a:off x="4334084" y="1051446"/>
        <a:ext cx="1237829" cy="498053"/>
      </dsp:txXfrm>
    </dsp:sp>
    <dsp:sp modelId="{1FF10EDE-BDCD-4097-A7A3-B164309AB681}">
      <dsp:nvSpPr>
        <dsp:cNvPr id="0" name=""/>
        <dsp:cNvSpPr/>
      </dsp:nvSpPr>
      <dsp:spPr>
        <a:xfrm>
          <a:off x="4067571" y="1770857"/>
          <a:ext cx="1770857" cy="177085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008" tIns="64008" rIns="64008" bIns="64008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900" kern="1200"/>
            <a:t>Admin can generate 20 digit Token Number to recharge the meters.</a:t>
          </a:r>
          <a:endParaRPr lang="en-IN" sz="900" kern="1200"/>
        </a:p>
      </dsp:txBody>
      <dsp:txXfrm>
        <a:off x="4326907" y="2213571"/>
        <a:ext cx="1252184" cy="88542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9B4717-ED53-498D-8535-9964FE01F59E}">
      <dsp:nvSpPr>
        <dsp:cNvPr id="0" name=""/>
        <dsp:cNvSpPr/>
      </dsp:nvSpPr>
      <dsp:spPr>
        <a:xfrm>
          <a:off x="3263651" y="772447"/>
          <a:ext cx="2656285" cy="2656285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5D447AD-D75D-49DE-85DC-AD60B10297CE}">
      <dsp:nvSpPr>
        <dsp:cNvPr id="0" name=""/>
        <dsp:cNvSpPr/>
      </dsp:nvSpPr>
      <dsp:spPr>
        <a:xfrm>
          <a:off x="3558720" y="1067516"/>
          <a:ext cx="2066147" cy="2066147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18FF44-7115-4FFE-8780-A7EB62B79C18}">
      <dsp:nvSpPr>
        <dsp:cNvPr id="0" name=""/>
        <dsp:cNvSpPr/>
      </dsp:nvSpPr>
      <dsp:spPr>
        <a:xfrm>
          <a:off x="3853789" y="1362585"/>
          <a:ext cx="1476009" cy="1476009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8CE5D6-51A9-4324-BF5F-D3C634F75DAE}">
      <dsp:nvSpPr>
        <dsp:cNvPr id="0" name=""/>
        <dsp:cNvSpPr/>
      </dsp:nvSpPr>
      <dsp:spPr>
        <a:xfrm>
          <a:off x="4149079" y="1657876"/>
          <a:ext cx="885428" cy="885428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740A12-537C-4C71-ADB7-BF839F80E358}">
      <dsp:nvSpPr>
        <dsp:cNvPr id="0" name=""/>
        <dsp:cNvSpPr/>
      </dsp:nvSpPr>
      <dsp:spPr>
        <a:xfrm>
          <a:off x="4444148" y="1952945"/>
          <a:ext cx="295290" cy="29529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4517A9-69EC-4A9E-B780-EE5261284CA3}">
      <dsp:nvSpPr>
        <dsp:cNvPr id="0" name=""/>
        <dsp:cNvSpPr/>
      </dsp:nvSpPr>
      <dsp:spPr>
        <a:xfrm>
          <a:off x="6369318" y="77122"/>
          <a:ext cx="6119895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For Wired Communication A Data Collector is Required.</a:t>
          </a:r>
          <a:endParaRPr lang="en-IN" sz="1800" kern="1200" dirty="0"/>
        </a:p>
      </dsp:txBody>
      <dsp:txXfrm>
        <a:off x="6369318" y="77122"/>
        <a:ext cx="6119895" cy="468922"/>
      </dsp:txXfrm>
    </dsp:sp>
    <dsp:sp modelId="{9A9CB943-D17B-4797-A3AF-242AD223F4B8}">
      <dsp:nvSpPr>
        <dsp:cNvPr id="0" name=""/>
        <dsp:cNvSpPr/>
      </dsp:nvSpPr>
      <dsp:spPr>
        <a:xfrm>
          <a:off x="6030615" y="347442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71AD7-FF18-477B-9800-641BD4A052EA}">
      <dsp:nvSpPr>
        <dsp:cNvPr id="0" name=""/>
        <dsp:cNvSpPr/>
      </dsp:nvSpPr>
      <dsp:spPr>
        <a:xfrm rot="5400000">
          <a:off x="4433523" y="505712"/>
          <a:ext cx="1753148" cy="1436607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D3B6F3-71A9-453A-AAA2-DE844083AAF6}">
      <dsp:nvSpPr>
        <dsp:cNvPr id="0" name=""/>
        <dsp:cNvSpPr/>
      </dsp:nvSpPr>
      <dsp:spPr>
        <a:xfrm>
          <a:off x="6369384" y="608820"/>
          <a:ext cx="6119895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Every Meter has a  RS485 Communication port.</a:t>
          </a:r>
          <a:endParaRPr lang="en-IN" sz="1800" kern="1200" dirty="0"/>
        </a:p>
      </dsp:txBody>
      <dsp:txXfrm>
        <a:off x="6369384" y="608820"/>
        <a:ext cx="6119895" cy="468922"/>
      </dsp:txXfrm>
    </dsp:sp>
    <dsp:sp modelId="{623C9E91-C723-49D8-B347-59B083EFA3E7}">
      <dsp:nvSpPr>
        <dsp:cNvPr id="0" name=""/>
        <dsp:cNvSpPr/>
      </dsp:nvSpPr>
      <dsp:spPr>
        <a:xfrm>
          <a:off x="6030615" y="843282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F9E540-236B-4617-BDE8-8B8FDAAC8A1D}">
      <dsp:nvSpPr>
        <dsp:cNvPr id="0" name=""/>
        <dsp:cNvSpPr/>
      </dsp:nvSpPr>
      <dsp:spPr>
        <a:xfrm rot="5400000">
          <a:off x="4691138" y="963877"/>
          <a:ext cx="1459717" cy="1217464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01FA2A-5223-4FE8-BAD6-1F379630EA3C}">
      <dsp:nvSpPr>
        <dsp:cNvPr id="0" name=""/>
        <dsp:cNvSpPr/>
      </dsp:nvSpPr>
      <dsp:spPr>
        <a:xfrm>
          <a:off x="6362312" y="1104660"/>
          <a:ext cx="6644977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Each meter is Connected with Cable with  Towards the Data Collector.</a:t>
          </a:r>
          <a:endParaRPr lang="en-IN" sz="1800" kern="1200" dirty="0"/>
        </a:p>
      </dsp:txBody>
      <dsp:txXfrm>
        <a:off x="6362312" y="1104660"/>
        <a:ext cx="6644977" cy="468922"/>
      </dsp:txXfrm>
    </dsp:sp>
    <dsp:sp modelId="{B4FD18E3-258E-4CFE-B48E-6277F937AAEA}">
      <dsp:nvSpPr>
        <dsp:cNvPr id="0" name=""/>
        <dsp:cNvSpPr/>
      </dsp:nvSpPr>
      <dsp:spPr>
        <a:xfrm>
          <a:off x="6030615" y="1339122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884F9F-1774-4FDD-B823-01A70C8B111B}">
      <dsp:nvSpPr>
        <dsp:cNvPr id="0" name=""/>
        <dsp:cNvSpPr/>
      </dsp:nvSpPr>
      <dsp:spPr>
        <a:xfrm rot="5400000">
          <a:off x="4943751" y="1403315"/>
          <a:ext cx="1151057" cy="1022669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743F0C-BCBE-42A7-B5F3-CE71122903FF}">
      <dsp:nvSpPr>
        <dsp:cNvPr id="0" name=""/>
        <dsp:cNvSpPr/>
      </dsp:nvSpPr>
      <dsp:spPr>
        <a:xfrm>
          <a:off x="6371894" y="1589875"/>
          <a:ext cx="6119895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Each Data Collector(DCU)Can connect upto 130 meters.</a:t>
          </a:r>
          <a:endParaRPr lang="en-IN" sz="1800" kern="1200"/>
        </a:p>
      </dsp:txBody>
      <dsp:txXfrm>
        <a:off x="6371894" y="1589875"/>
        <a:ext cx="6119895" cy="468922"/>
      </dsp:txXfrm>
    </dsp:sp>
    <dsp:sp modelId="{8D3CA5CA-2458-4B47-A42C-2E0656B67A41}">
      <dsp:nvSpPr>
        <dsp:cNvPr id="0" name=""/>
        <dsp:cNvSpPr/>
      </dsp:nvSpPr>
      <dsp:spPr>
        <a:xfrm>
          <a:off x="6030615" y="1824336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D3F385-249C-4D36-AD7F-A87DEAEFF5F4}">
      <dsp:nvSpPr>
        <dsp:cNvPr id="0" name=""/>
        <dsp:cNvSpPr/>
      </dsp:nvSpPr>
      <dsp:spPr>
        <a:xfrm rot="5400000">
          <a:off x="5195213" y="1867280"/>
          <a:ext cx="878345" cy="79245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20FF25-146F-4F70-8395-84EFBAE9077B}">
      <dsp:nvSpPr>
        <dsp:cNvPr id="0" name=""/>
        <dsp:cNvSpPr/>
      </dsp:nvSpPr>
      <dsp:spPr>
        <a:xfrm>
          <a:off x="6365599" y="2060923"/>
          <a:ext cx="7006829" cy="4689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22860" rIns="22860" bIns="2286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Collector Can communicate the server Either with Ethernet Port or 4g Communication(SIM).</a:t>
          </a:r>
          <a:endParaRPr lang="en-IN" sz="1800" kern="1200" dirty="0"/>
        </a:p>
      </dsp:txBody>
      <dsp:txXfrm>
        <a:off x="6365599" y="2060923"/>
        <a:ext cx="7006829" cy="468922"/>
      </dsp:txXfrm>
    </dsp:sp>
    <dsp:sp modelId="{902435BA-7DDB-4794-B794-3ADB637209E2}">
      <dsp:nvSpPr>
        <dsp:cNvPr id="0" name=""/>
        <dsp:cNvSpPr/>
      </dsp:nvSpPr>
      <dsp:spPr>
        <a:xfrm>
          <a:off x="6030615" y="2295384"/>
          <a:ext cx="332035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2CE240E-9DD7-4810-A7EE-C8652D73D5AD}">
      <dsp:nvSpPr>
        <dsp:cNvPr id="0" name=""/>
        <dsp:cNvSpPr/>
      </dsp:nvSpPr>
      <dsp:spPr>
        <a:xfrm rot="5400000">
          <a:off x="5432950" y="2317520"/>
          <a:ext cx="619799" cy="575528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7D6E7B7-AFD5-473A-98C1-CBC40C3F6836}">
      <dsp:nvSpPr>
        <dsp:cNvPr id="0" name=""/>
        <dsp:cNvSpPr/>
      </dsp:nvSpPr>
      <dsp:spPr>
        <a:xfrm>
          <a:off x="2531479" y="687"/>
          <a:ext cx="4843040" cy="1374705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38100" rIns="57150" bIns="381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 dirty="0"/>
            <a:t>Energy meter supports Various types of Communication system for remote reading.</a:t>
          </a:r>
          <a:endParaRPr lang="en-IN" sz="3000" kern="1200" dirty="0"/>
        </a:p>
      </dsp:txBody>
      <dsp:txXfrm>
        <a:off x="2571743" y="40951"/>
        <a:ext cx="4762512" cy="1294177"/>
      </dsp:txXfrm>
    </dsp:sp>
    <dsp:sp modelId="{F8E0BC29-F7CC-4081-AB85-C2263F079CA8}">
      <dsp:nvSpPr>
        <dsp:cNvPr id="0" name=""/>
        <dsp:cNvSpPr/>
      </dsp:nvSpPr>
      <dsp:spPr>
        <a:xfrm>
          <a:off x="3015783" y="1375393"/>
          <a:ext cx="484304" cy="35687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56873"/>
              </a:lnTo>
              <a:lnTo>
                <a:pt x="484304" y="356873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D28A8B-0A78-48FD-99C3-0F8EC64CEA88}">
      <dsp:nvSpPr>
        <dsp:cNvPr id="0" name=""/>
        <dsp:cNvSpPr/>
      </dsp:nvSpPr>
      <dsp:spPr>
        <a:xfrm>
          <a:off x="3500087" y="1494350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LORA</a:t>
          </a:r>
          <a:endParaRPr lang="en-IN" sz="2900" kern="1200" dirty="0"/>
        </a:p>
      </dsp:txBody>
      <dsp:txXfrm>
        <a:off x="3514024" y="1508287"/>
        <a:ext cx="2119800" cy="447957"/>
      </dsp:txXfrm>
    </dsp:sp>
    <dsp:sp modelId="{26F7CFC8-F3B1-4DBE-8F47-F145EBF4AB72}">
      <dsp:nvSpPr>
        <dsp:cNvPr id="0" name=""/>
        <dsp:cNvSpPr/>
      </dsp:nvSpPr>
      <dsp:spPr>
        <a:xfrm>
          <a:off x="3015783" y="1375393"/>
          <a:ext cx="484304" cy="95166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51662"/>
              </a:lnTo>
              <a:lnTo>
                <a:pt x="484304" y="951662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EC8F74-4889-4B8B-B5FD-69EDE6102DB6}">
      <dsp:nvSpPr>
        <dsp:cNvPr id="0" name=""/>
        <dsp:cNvSpPr/>
      </dsp:nvSpPr>
      <dsp:spPr>
        <a:xfrm>
          <a:off x="3500087" y="2089140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NBIOT</a:t>
          </a:r>
          <a:endParaRPr lang="en-IN" sz="2900" kern="1200" dirty="0"/>
        </a:p>
      </dsp:txBody>
      <dsp:txXfrm>
        <a:off x="3514024" y="2103077"/>
        <a:ext cx="2119800" cy="447957"/>
      </dsp:txXfrm>
    </dsp:sp>
    <dsp:sp modelId="{4DED48B0-382F-4165-A136-B857AC9F1168}">
      <dsp:nvSpPr>
        <dsp:cNvPr id="0" name=""/>
        <dsp:cNvSpPr/>
      </dsp:nvSpPr>
      <dsp:spPr>
        <a:xfrm>
          <a:off x="3015783" y="1375393"/>
          <a:ext cx="484304" cy="154645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46451"/>
              </a:lnTo>
              <a:lnTo>
                <a:pt x="484304" y="154645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0EAB64E-785C-4022-8189-47E116AE0BC7}">
      <dsp:nvSpPr>
        <dsp:cNvPr id="0" name=""/>
        <dsp:cNvSpPr/>
      </dsp:nvSpPr>
      <dsp:spPr>
        <a:xfrm>
          <a:off x="3500087" y="2683929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WIFI</a:t>
          </a:r>
          <a:endParaRPr lang="en-IN" sz="2900" kern="1200" dirty="0"/>
        </a:p>
      </dsp:txBody>
      <dsp:txXfrm>
        <a:off x="3514024" y="2697866"/>
        <a:ext cx="2119800" cy="447957"/>
      </dsp:txXfrm>
    </dsp:sp>
    <dsp:sp modelId="{E312D514-A4C3-4069-869E-7FA253EFAE6E}">
      <dsp:nvSpPr>
        <dsp:cNvPr id="0" name=""/>
        <dsp:cNvSpPr/>
      </dsp:nvSpPr>
      <dsp:spPr>
        <a:xfrm>
          <a:off x="3015783" y="1375393"/>
          <a:ext cx="484304" cy="214124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41241"/>
              </a:lnTo>
              <a:lnTo>
                <a:pt x="484304" y="2141241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CE26CD5-002D-4CDA-BB06-C86E1EF4AFEB}">
      <dsp:nvSpPr>
        <dsp:cNvPr id="0" name=""/>
        <dsp:cNvSpPr/>
      </dsp:nvSpPr>
      <dsp:spPr>
        <a:xfrm>
          <a:off x="3500087" y="3278718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GPRS</a:t>
          </a:r>
          <a:endParaRPr lang="en-IN" sz="2900" kern="1200" dirty="0"/>
        </a:p>
      </dsp:txBody>
      <dsp:txXfrm>
        <a:off x="3514024" y="3292655"/>
        <a:ext cx="2119800" cy="447957"/>
      </dsp:txXfrm>
    </dsp:sp>
    <dsp:sp modelId="{B23C723F-E45F-4A1A-98FE-DF96650532D9}">
      <dsp:nvSpPr>
        <dsp:cNvPr id="0" name=""/>
        <dsp:cNvSpPr/>
      </dsp:nvSpPr>
      <dsp:spPr>
        <a:xfrm>
          <a:off x="3015783" y="1375393"/>
          <a:ext cx="484304" cy="27360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36030"/>
              </a:lnTo>
              <a:lnTo>
                <a:pt x="484304" y="2736030"/>
              </a:lnTo>
            </a:path>
          </a:pathLst>
        </a:custGeom>
        <a:noFill/>
        <a:ln w="15875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52EC929-19D4-413A-9F32-65B10D2E72C4}">
      <dsp:nvSpPr>
        <dsp:cNvPr id="0" name=""/>
        <dsp:cNvSpPr/>
      </dsp:nvSpPr>
      <dsp:spPr>
        <a:xfrm>
          <a:off x="3500087" y="3873507"/>
          <a:ext cx="2147674" cy="4758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5245" tIns="36830" rIns="55245" bIns="3683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LORAWAN</a:t>
          </a:r>
          <a:endParaRPr lang="en-IN" sz="2900" kern="1200" dirty="0"/>
        </a:p>
      </dsp:txBody>
      <dsp:txXfrm>
        <a:off x="3514024" y="3887444"/>
        <a:ext cx="2119800" cy="44795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enn2">
  <dgm:title val=""/>
  <dgm:desc val=""/>
  <dgm:catLst>
    <dgm:cat type="relationship" pri="3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1">
      <dgm:if name="Name2" axis="ch" ptType="node" func="cnt" op="lte" val="3">
        <dgm:constrLst>
          <dgm:constr type="w" for="ch" forName="comp1" refType="w"/>
          <dgm:constr type="h" for="ch" forName="comp1" refType="w" refFor="ch" refForName="comp1"/>
          <dgm:constr type="w" for="ch" forName="comp2" refType="w" fact="0.7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5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primFontSz" for="des" ptType="node" op="equ" val="65"/>
        </dgm:constrLst>
      </dgm:if>
      <dgm:if name="Name3" axis="ch" ptType="node" func="cnt" op="equ" val="4">
        <dgm:constrLst>
          <dgm:constr type="w" for="ch" forName="comp1" refType="w"/>
          <dgm:constr type="h" for="ch" forName="comp1" refType="w" refFor="ch" refForName="comp1"/>
          <dgm:constr type="w" for="ch" forName="comp2" refType="w" fact="0.8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6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4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primFontSz" for="des" ptType="node" op="equ" val="65"/>
        </dgm:constrLst>
      </dgm:if>
      <dgm:else name="Name4">
        <dgm:constrLst>
          <dgm:constr type="w" for="ch" forName="comp1" refType="w"/>
          <dgm:constr type="h" for="ch" forName="comp1" refType="w" refFor="ch" refForName="comp1"/>
          <dgm:constr type="w" for="ch" forName="comp2" refType="w" fact="0.85"/>
          <dgm:constr type="h" for="ch" forName="comp2" refType="w" refFor="ch" refForName="comp2"/>
          <dgm:constr type="ctrX" for="ch" forName="comp2" refType="ctrX" refFor="ch" refForName="comp1"/>
          <dgm:constr type="b" for="ch" forName="comp2" refType="b" refFor="ch" refForName="comp1"/>
          <dgm:constr type="w" for="ch" forName="comp3" refType="w" fact="0.7"/>
          <dgm:constr type="h" for="ch" forName="comp3" refType="w" refFor="ch" refForName="comp3"/>
          <dgm:constr type="ctrX" for="ch" forName="comp3" refType="ctrX" refFor="ch" refForName="comp1"/>
          <dgm:constr type="b" for="ch" forName="comp3" refType="b" refFor="ch" refForName="comp1"/>
          <dgm:constr type="w" for="ch" forName="comp4" refType="w" fact="0.55"/>
          <dgm:constr type="h" for="ch" forName="comp4" refType="w" refFor="ch" refForName="comp4"/>
          <dgm:constr type="ctrX" for="ch" forName="comp4" refType="ctrX" refFor="ch" refForName="comp1"/>
          <dgm:constr type="b" for="ch" forName="comp4" refType="b" refFor="ch" refForName="comp1"/>
          <dgm:constr type="w" for="ch" forName="comp5" refType="w" fact="0.4"/>
          <dgm:constr type="h" for="ch" forName="comp5" refType="w" refFor="ch" refForName="comp5"/>
          <dgm:constr type="ctrX" for="ch" forName="comp5" refType="ctrX" refFor="ch" refForName="comp1"/>
          <dgm:constr type="b" for="ch" forName="comp5" refType="b" refFor="ch" refForName="comp1"/>
          <dgm:constr type="w" for="ch" forName="comp6" refType="w" fact="0.25"/>
          <dgm:constr type="h" for="ch" forName="comp6" refType="w" refFor="ch" refForName="comp6"/>
          <dgm:constr type="ctrX" for="ch" forName="comp6" refType="ctrX" refFor="ch" refForName="comp1"/>
          <dgm:constr type="b" for="ch" forName="comp6" refType="b" refFor="ch" refForName="comp1"/>
          <dgm:constr type="w" for="ch" forName="comp7" refType="w" fact="0.15"/>
          <dgm:constr type="h" for="ch" forName="comp7" refType="w" refFor="ch" refForName="comp7"/>
          <dgm:constr type="ctrX" for="ch" forName="comp7" refType="ctrX" refFor="ch" refForName="comp1"/>
          <dgm:constr type="b" for="ch" forName="comp7" refType="b" refFor="ch" refForName="comp1"/>
          <dgm:constr type="primFontSz" for="des" ptType="node" op="equ" val="65"/>
        </dgm:constrLst>
      </dgm:else>
    </dgm:choose>
    <dgm:ruleLst/>
    <dgm:choose name="Name5">
      <dgm:if name="Name6" axis="ch" ptType="node" func="cnt" op="gte" val="1">
        <dgm:layoutNode name="comp1">
          <dgm:alg type="composite"/>
          <dgm:shape xmlns:r="http://schemas.openxmlformats.org/officeDocument/2006/relationships" r:blip="">
            <dgm:adjLst/>
          </dgm:shape>
          <dgm:presOf/>
          <dgm:choose name="Name7">
            <dgm:if name="Name8" axis="ch" ptType="node" func="cnt" op="equ" val="1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5"/>
                <dgm:constr type="w" for="ch" forName="c1text" refType="w" refFor="ch" refForName="circle1" fact="0.70711"/>
                <dgm:constr type="h" for="ch" forName="c1text" refType="h" refFor="ch" refForName="circle1" fact="0.5"/>
              </dgm:constrLst>
            </dgm:if>
            <dgm:if name="Name9" axis="ch" ptType="node" func="cnt" op="equ" val="2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6"/>
                <dgm:constr type="w" for="ch" forName="c1text" refType="w" refFor="ch" refForName="circle1" fact="0.525"/>
                <dgm:constr type="h" for="ch" forName="c1text" refType="h" refFor="ch" refForName="circle1" fact="0.17"/>
              </dgm:constrLst>
            </dgm:if>
            <dgm:if name="Name10" axis="ch" ptType="node" func="cnt" op="equ" val="3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3495"/>
                <dgm:constr type="h" for="ch" forName="c1text" refType="h" refFor="ch" refForName="circle1" fact="0.15"/>
              </dgm:constrLst>
            </dgm:if>
            <dgm:if name="Name11" axis="ch" ptType="node" func="cnt" op="equ" val="4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25"/>
                <dgm:constr type="w" for="ch" forName="c1text" refType="w" refFor="ch" refForName="circle1" fact="0.2796"/>
                <dgm:constr type="h" for="ch" forName="c1text" refType="h" refFor="ch" refForName="circle1" fact="0.15"/>
              </dgm:constrLst>
            </dgm:if>
            <dgm:if name="Name12" axis="ch" ptType="node" func="cnt" op="gte" val="5">
              <dgm:constrLst>
                <dgm:constr type="w" for="ch" forName="circle1" refType="w"/>
                <dgm:constr type="h" for="ch" forName="circle1" refType="h"/>
                <dgm:constr type="ctrX" for="ch" forName="circle1" refType="w" fact="0.5"/>
                <dgm:constr type="ctrY" for="ch" forName="circle1" refType="h" fact="0.5"/>
                <dgm:constr type="ctrX" for="ch" forName="c1text" refType="w" fact="0.5"/>
                <dgm:constr type="ctrY" for="ch" forName="c1text" refType="h" fact="0.1"/>
                <dgm:constr type="w" for="ch" forName="c1text" refType="w" refFor="ch" refForName="circle1" fact="0.375"/>
                <dgm:constr type="h" for="ch" forName="c1text" refType="h" refFor="ch" refForName="circle1" fact="0.1"/>
              </dgm:constrLst>
            </dgm:if>
            <dgm:else name="Name13"/>
          </dgm:choose>
          <dgm:ruleLst/>
          <dgm:layoutNode name="circle1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1 1" cnt="1 0"/>
            <dgm:constrLst>
              <dgm:constr type="h" refType="w"/>
            </dgm:constrLst>
            <dgm:ruleLst/>
          </dgm:layoutNode>
          <dgm:layoutNode name="c1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1 1" cnt="1 0"/>
            <dgm:constrLst/>
            <dgm:ruleLst>
              <dgm:rule type="primFontSz" val="5" fact="NaN" max="NaN"/>
            </dgm:ruleLst>
          </dgm:layoutNode>
        </dgm:layoutNode>
      </dgm:if>
      <dgm:else name="Name14"/>
    </dgm:choose>
    <dgm:choose name="Name15">
      <dgm:if name="Name16" axis="ch" ptType="node" func="cnt" op="gte" val="2">
        <dgm:layoutNode name="comp2">
          <dgm:alg type="composite"/>
          <dgm:shape xmlns:r="http://schemas.openxmlformats.org/officeDocument/2006/relationships" r:blip="">
            <dgm:adjLst/>
          </dgm:shape>
          <dgm:presOf/>
          <dgm:choose name="Name17">
            <dgm:if name="Name18" axis="ch" ptType="node" func="cnt" op="equ" val="2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5"/>
                <dgm:constr type="w" for="ch" forName="c2text" refType="w" refFor="ch" refForName="circle2" fact="0.70711"/>
                <dgm:constr type="h" for="ch" forName="c2text" refType="h" refFor="ch" refForName="circle2" fact="0.5"/>
              </dgm:constrLst>
            </dgm:if>
            <dgm:if name="Name19" axis="ch" ptType="node" func="cnt" op="equ" val="3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625"/>
                <dgm:constr type="w" for="ch" forName="c2text" refType="w" refFor="ch" refForName="circle2" fact="0.466"/>
                <dgm:constr type="h" for="ch" forName="c2text" refType="h" refFor="ch" refForName="circle2" fact="0.1875"/>
              </dgm:constrLst>
            </dgm:if>
            <dgm:if name="Name20" axis="ch" ptType="node" func="cnt" op="equ" val="4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5"/>
                <dgm:constr type="w" for="ch" forName="c2text" refType="w" refFor="ch" refForName="circle2" fact="0.3495"/>
                <dgm:constr type="h" for="ch" forName="c2text" refType="h" refFor="ch" refForName="circle2" fact="0.18"/>
              </dgm:constrLst>
            </dgm:if>
            <dgm:if name="Name21" axis="ch" ptType="node" func="cnt" op="gte" val="5">
              <dgm:constrLst>
                <dgm:constr type="w" for="ch" forName="circle2" refType="w"/>
                <dgm:constr type="h" for="ch" forName="circle2" refType="h"/>
                <dgm:constr type="ctrX" for="ch" forName="circle2" refType="w" fact="0.5"/>
                <dgm:constr type="ctrY" for="ch" forName="circle2" refType="h" fact="0.5"/>
                <dgm:constr type="ctrX" for="ch" forName="c2text" refType="w" fact="0.5"/>
                <dgm:constr type="ctrY" for="ch" forName="c2text" refType="h" fact="0.115"/>
                <dgm:constr type="w" for="ch" forName="c2text" refType="w" refFor="ch" refForName="circle2" fact="0.43125"/>
                <dgm:constr type="h" for="ch" forName="c2text" refType="h" refFor="ch" refForName="circle2" fact="0.115"/>
              </dgm:constrLst>
            </dgm:if>
            <dgm:else name="Name22"/>
          </dgm:choose>
          <dgm:ruleLst/>
          <dgm:layoutNode name="circle2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2 1" cnt="1 0"/>
            <dgm:constrLst>
              <dgm:constr type="h" refType="w"/>
            </dgm:constrLst>
            <dgm:ruleLst/>
          </dgm:layoutNode>
          <dgm:layoutNode name="c2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2 1" cnt="1 0"/>
            <dgm:constrLst/>
            <dgm:ruleLst>
              <dgm:rule type="primFontSz" val="5" fact="NaN" max="NaN"/>
            </dgm:ruleLst>
          </dgm:layoutNode>
        </dgm:layoutNode>
      </dgm:if>
      <dgm:else name="Name23"/>
    </dgm:choose>
    <dgm:choose name="Name24">
      <dgm:if name="Name25" axis="ch" ptType="node" func="cnt" op="gte" val="3">
        <dgm:layoutNode name="comp3">
          <dgm:alg type="composite"/>
          <dgm:shape xmlns:r="http://schemas.openxmlformats.org/officeDocument/2006/relationships" r:blip="">
            <dgm:adjLst/>
          </dgm:shape>
          <dgm:presOf/>
          <dgm:choose name="Name26">
            <dgm:if name="Name27" axis="ch" ptType="node" func="cnt" op="equ" val="3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5"/>
                <dgm:constr type="w" for="ch" forName="c3text" refType="w" refFor="ch" refForName="circle3" fact="0.70711"/>
                <dgm:constr type="h" for="ch" forName="c3text" refType="h" refFor="ch" refForName="circle3" fact="0.5"/>
              </dgm:constrLst>
            </dgm:if>
            <dgm:if name="Name28" axis="ch" ptType="node" func="cnt" op="equ" val="4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875"/>
                <dgm:constr type="w" for="ch" forName="c3text" refType="w" refFor="ch" refForName="circle3" fact="0.466"/>
                <dgm:constr type="h" for="ch" forName="c3text" refType="h" refFor="ch" refForName="circle3" fact="0.225"/>
              </dgm:constrLst>
            </dgm:if>
            <dgm:if name="Name29" axis="ch" ptType="node" func="cnt" op="gte" val="5">
              <dgm:constrLst>
                <dgm:constr type="w" for="ch" forName="circle3" refType="w"/>
                <dgm:constr type="h" for="ch" forName="circle3" refType="h"/>
                <dgm:constr type="ctrX" for="ch" forName="circle3" refType="w" fact="0.5"/>
                <dgm:constr type="ctrY" for="ch" forName="circle3" refType="h" fact="0.5"/>
                <dgm:constr type="ctrX" for="ch" forName="c3text" refType="w" fact="0.5"/>
                <dgm:constr type="ctrY" for="ch" forName="c3text" refType="h" fact="0.138"/>
                <dgm:constr type="w" for="ch" forName="c3text" refType="w" refFor="ch" refForName="circle3" fact="0.5175"/>
                <dgm:constr type="h" for="ch" forName="c3text" refType="h" refFor="ch" refForName="circle3" fact="0.138"/>
              </dgm:constrLst>
            </dgm:if>
            <dgm:else name="Name30"/>
          </dgm:choose>
          <dgm:ruleLst/>
          <dgm:layoutNode name="circle3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3 1" cnt="1 0"/>
            <dgm:constrLst>
              <dgm:constr type="h" refType="w"/>
            </dgm:constrLst>
            <dgm:ruleLst/>
          </dgm:layoutNode>
          <dgm:layoutNode name="c3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3 1" cnt="1 0"/>
            <dgm:constrLst/>
            <dgm:ruleLst>
              <dgm:rule type="primFontSz" val="5" fact="NaN" max="NaN"/>
            </dgm:ruleLst>
          </dgm:layoutNode>
        </dgm:layoutNode>
      </dgm:if>
      <dgm:else name="Name31"/>
    </dgm:choose>
    <dgm:choose name="Name32">
      <dgm:if name="Name33" axis="ch" ptType="node" func="cnt" op="gte" val="4">
        <dgm:layoutNode name="comp4">
          <dgm:alg type="composite"/>
          <dgm:shape xmlns:r="http://schemas.openxmlformats.org/officeDocument/2006/relationships" r:blip="">
            <dgm:adjLst/>
          </dgm:shape>
          <dgm:presOf/>
          <dgm:choose name="Name34">
            <dgm:if name="Name35" axis="ch" ptType="node" func="cnt" op="equ" val="4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5"/>
                <dgm:constr type="w" for="ch" forName="c4text" refType="w" refFor="ch" refForName="circle4" fact="0.70711"/>
                <dgm:constr type="h" for="ch" forName="c4text" refType="h" refFor="ch" refForName="circle4" fact="0.5"/>
              </dgm:constrLst>
            </dgm:if>
            <dgm:if name="Name36" axis="ch" ptType="node" func="cnt" op="gte" val="5">
              <dgm:constrLst>
                <dgm:constr type="w" for="ch" forName="circle4" refType="w"/>
                <dgm:constr type="h" for="ch" forName="circle4" refType="h"/>
                <dgm:constr type="ctrX" for="ch" forName="circle4" refType="w" fact="0.5"/>
                <dgm:constr type="ctrY" for="ch" forName="circle4" refType="h" fact="0.5"/>
                <dgm:constr type="ctrX" for="ch" forName="c4text" refType="w" fact="0.5"/>
                <dgm:constr type="ctrY" for="ch" forName="c4text" refType="h" fact="0.18"/>
                <dgm:constr type="w" for="ch" forName="c4text" refType="w" refFor="ch" refForName="circle4" fact="0.54"/>
                <dgm:constr type="h" for="ch" forName="c4text" refType="h" refFor="ch" refForName="circle4" fact="0.18"/>
              </dgm:constrLst>
            </dgm:if>
            <dgm:else name="Name37"/>
          </dgm:choose>
          <dgm:ruleLst/>
          <dgm:layoutNode name="circle4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4 1" cnt="1 0"/>
            <dgm:constrLst>
              <dgm:constr type="h" refType="w"/>
            </dgm:constrLst>
            <dgm:ruleLst/>
          </dgm:layoutNode>
          <dgm:layoutNode name="c4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4 1" cnt="1 0"/>
            <dgm:constrLst/>
            <dgm:ruleLst>
              <dgm:rule type="primFontSz" val="5" fact="NaN" max="NaN"/>
            </dgm:ruleLst>
          </dgm:layoutNode>
        </dgm:layoutNode>
      </dgm:if>
      <dgm:else name="Name38"/>
    </dgm:choose>
    <dgm:choose name="Name39">
      <dgm:if name="Name40" axis="ch" ptType="node" func="cnt" op="gte" val="5">
        <dgm:layoutNode name="comp5">
          <dgm:alg type="composite"/>
          <dgm:shape xmlns:r="http://schemas.openxmlformats.org/officeDocument/2006/relationships" r:blip="">
            <dgm:adjLst/>
          </dgm:shape>
          <dgm:presOf/>
          <dgm:choose name="Name41">
            <dgm:if name="Name42" axis="ch" ptType="node" func="cnt" op="equ" val="5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5"/>
                <dgm:constr type="w" for="ch" forName="c5text" refType="w" refFor="ch" refForName="circle5" fact="0.70711"/>
                <dgm:constr type="h" for="ch" forName="c5text" refType="h" refFor="ch" refForName="circle5" fact="0.5"/>
              </dgm:constrLst>
            </dgm:if>
            <dgm:if name="Name43" axis="ch" ptType="node" func="cnt" op="gte" val="6">
              <dgm:constrLst>
                <dgm:constr type="w" for="ch" forName="circle5" refType="w"/>
                <dgm:constr type="h" for="ch" forName="circle5" refType="h"/>
                <dgm:constr type="ctrX" for="ch" forName="circle5" refType="w" fact="0.5"/>
                <dgm:constr type="ctrY" for="ch" forName="circle5" refType="h" fact="0.5"/>
                <dgm:constr type="ctrX" for="ch" forName="c5text" refType="w" fact="0.5"/>
                <dgm:constr type="ctrY" for="ch" forName="c5text" refType="h" fact="0.25"/>
                <dgm:constr type="w" for="ch" forName="c5text" refType="w" refFor="ch" refForName="circle5" fact="0.65"/>
                <dgm:constr type="h" for="ch" forName="c5text" refType="h" refFor="ch" refForName="circle5" fact="0.25"/>
              </dgm:constrLst>
            </dgm:if>
            <dgm:else name="Name44"/>
          </dgm:choose>
          <dgm:ruleLst/>
          <dgm:layoutNode name="circle5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5 1" cnt="1 0"/>
            <dgm:constrLst>
              <dgm:constr type="h" refType="w"/>
            </dgm:constrLst>
            <dgm:ruleLst/>
          </dgm:layoutNode>
          <dgm:layoutNode name="c5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5 1" cnt="1 0"/>
            <dgm:constrLst/>
            <dgm:ruleLst>
              <dgm:rule type="primFontSz" val="5" fact="NaN" max="NaN"/>
            </dgm:ruleLst>
          </dgm:layoutNode>
        </dgm:layoutNode>
      </dgm:if>
      <dgm:else name="Name45"/>
    </dgm:choose>
    <dgm:choose name="Name46">
      <dgm:if name="Name47" axis="ch" ptType="node" func="cnt" op="gte" val="6">
        <dgm:layoutNode name="comp6">
          <dgm:alg type="composite"/>
          <dgm:shape xmlns:r="http://schemas.openxmlformats.org/officeDocument/2006/relationships" r:blip="">
            <dgm:adjLst/>
          </dgm:shape>
          <dgm:presOf/>
          <dgm:choose name="Name48">
            <dgm:if name="Name49" axis="ch" ptType="node" func="cnt" op="equ" val="6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5"/>
                <dgm:constr type="w" for="ch" forName="c6text" refType="w" refFor="ch" refForName="circle6" fact="0.70711"/>
                <dgm:constr type="h" for="ch" forName="c6text" refType="h" refFor="ch" refForName="circle6" fact="0.5"/>
              </dgm:constrLst>
            </dgm:if>
            <dgm:if name="Name50" axis="ch" ptType="node" func="cnt" op="gte" val="7">
              <dgm:constrLst>
                <dgm:constr type="w" for="ch" forName="circle6" refType="w"/>
                <dgm:constr type="h" for="ch" forName="circle6" refType="h"/>
                <dgm:constr type="ctrX" for="ch" forName="circle6" refType="w" fact="0.5"/>
                <dgm:constr type="ctrY" for="ch" forName="circle6" refType="h" fact="0.5"/>
                <dgm:constr type="ctrX" for="ch" forName="c6text" refType="w" fact="0.5"/>
                <dgm:constr type="ctrY" for="ch" forName="c6text" refType="h" fact="0.27"/>
                <dgm:constr type="w" for="ch" forName="c6text" refType="w" refFor="ch" refForName="circle6" fact="0.68"/>
                <dgm:constr type="h" for="ch" forName="c6text" refType="h" refFor="ch" refForName="circle6" fact="0.241"/>
              </dgm:constrLst>
            </dgm:if>
            <dgm:else name="Name51"/>
          </dgm:choose>
          <dgm:ruleLst/>
          <dgm:layoutNode name="circle6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6 1" cnt="1 0"/>
            <dgm:constrLst>
              <dgm:constr type="h" refType="w"/>
            </dgm:constrLst>
            <dgm:ruleLst/>
          </dgm:layoutNode>
          <dgm:layoutNode name="c6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6 1" cnt="1 0"/>
            <dgm:constrLst/>
            <dgm:ruleLst>
              <dgm:rule type="primFontSz" val="5" fact="NaN" max="NaN"/>
            </dgm:ruleLst>
          </dgm:layoutNode>
        </dgm:layoutNode>
      </dgm:if>
      <dgm:else name="Name52"/>
    </dgm:choose>
    <dgm:choose name="Name53">
      <dgm:if name="Name54" axis="ch" ptType="node" func="cnt" op="gte" val="7">
        <dgm:layoutNode name="comp7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circle7" refType="w"/>
            <dgm:constr type="h" for="ch" forName="circle7" refType="h"/>
            <dgm:constr type="ctrX" for="ch" forName="circle7" refType="w" fact="0.5"/>
            <dgm:constr type="ctrY" for="ch" forName="circle7" refType="h" fact="0.5"/>
            <dgm:constr type="ctrX" for="ch" forName="c7text" refType="w" fact="0.5"/>
            <dgm:constr type="ctrY" for="ch" forName="c7text" refType="h" fact="0.5"/>
            <dgm:constr type="w" for="ch" forName="c7text" refType="w" refFor="ch" refForName="circle7" fact="0.70711"/>
            <dgm:constr type="h" for="ch" forName="c7text" refType="h" refFor="ch" refForName="circle7" fact="0.5"/>
          </dgm:constrLst>
          <dgm:ruleLst/>
          <dgm:layoutNode name="circle7" styleLbl="node1">
            <dgm:alg type="sp"/>
            <dgm:shape xmlns:r="http://schemas.openxmlformats.org/officeDocument/2006/relationships" type="ellipse" r:blip="">
              <dgm:adjLst/>
            </dgm:shape>
            <dgm:presOf axis="ch desOrSelf" ptType="node node" st="7 1" cnt="1 0"/>
            <dgm:constrLst>
              <dgm:constr type="h" refType="w"/>
            </dgm:constrLst>
            <dgm:ruleLst/>
          </dgm:layoutNode>
          <dgm:layoutNode name="c7text">
            <dgm:varLst>
              <dgm:bulletEnabled val="1"/>
            </dgm:varLst>
            <dgm:alg type="tx"/>
            <dgm:shape xmlns:r="http://schemas.openxmlformats.org/officeDocument/2006/relationships" type="rect" r:blip="" hideGeom="1">
              <dgm:adjLst/>
            </dgm:shape>
            <dgm:presOf axis="ch desOrSelf" ptType="node node" st="7 1" cnt="1 0"/>
            <dgm:constrLst/>
            <dgm:ruleLst>
              <dgm:rule type="primFontSz" val="5" fact="NaN" max="NaN"/>
            </dgm:ruleLst>
          </dgm:layoutNode>
        </dgm:layoutNode>
      </dgm:if>
      <dgm:else name="Name55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target1">
  <dgm:title val=""/>
  <dgm:desc val=""/>
  <dgm:catLst>
    <dgm:cat type="relationship" pri="25000"/>
    <dgm:cat type="convert" pri="2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resizeHandles val="exact"/>
    </dgm:varLst>
    <dgm:alg type="composite">
      <dgm:param type="ar" val="1.25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hoose name="Name2">
          <dgm:if name="Name3" axis="ch" ptType="node" func="cnt" op="equ" val="0">
            <dgm:constrLst/>
          </dgm:if>
          <dgm:if name="Name4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r" for="ch" forName="line1" refType="l" refFor="ch" refForName="text1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5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4432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6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86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717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7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r" for="ch" forName="text1" refType="w"/>
              <dgm:constr type="t" for="ch" forName="text1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29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r" for="ch" forName="text2" refType="w"/>
              <dgm:constr type="t" for="ch" forName="text2" refType="b" refFor="ch" refForName="text1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662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r" for="ch" forName="text3" refType="w"/>
              <dgm:constr type="t" for="ch" forName="text3" refType="b" refFor="ch" refForName="text2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425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r" for="ch" forName="text4" refType="w"/>
              <dgm:constr type="t" for="ch" forName="text4" refType="b" refFor="ch" refForName="text3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852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8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3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r" for="ch" forName="text1" refType="w"/>
              <dgm:constr type="ctrY" for="ch" forName="text1" refType="h" fact="0.13"/>
              <dgm:constr type="l" for="ch" forName="line1" refType="w" fact="0.625"/>
              <dgm:constr type="ctrY" for="ch" forName="line1" refType="ctrY" refFor="ch" refForName="text1"/>
              <dgm:constr type="w" for="ch" forName="line1" refType="w" fact="0.075"/>
              <dgm:constr type="h" for="ch" forName="line1"/>
              <dgm:constr type="l" for="ch" forName="d1" refType="w" fact="0.3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3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r" for="ch" forName="text2" refType="w"/>
              <dgm:constr type="ctrY" for="ch" forName="text2" refType="h" fact="0.27"/>
              <dgm:constr type="l" for="ch" forName="line2" refType="w" fact="0.625"/>
              <dgm:constr type="ctrY" for="ch" forName="line2" refType="ctrY" refFor="ch" refForName="text2"/>
              <dgm:constr type="w" for="ch" forName="line2" refType="w" fact="0.075"/>
              <dgm:constr type="h" for="ch" forName="line2"/>
              <dgm:constr type="l" for="ch" forName="d2" refType="w" fact="0.3498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r" for="ch" forName="text3" refType="w"/>
              <dgm:constr type="ctrY" for="ch" forName="text3" refType="h" fact="0.41"/>
              <dgm:constr type="l" for="ch" forName="line3" refType="w" fact="0.625"/>
              <dgm:constr type="ctrY" for="ch" forName="line3" refType="ctrY" refFor="ch" refForName="text3"/>
              <dgm:constr type="w" for="ch" forName="line3" refType="w" fact="0.075"/>
              <dgm:constr type="h" for="ch" forName="line3"/>
              <dgm:constr type="l" for="ch" forName="d3" refType="w" fact="0.394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r" for="ch" forName="text4" refType="w"/>
              <dgm:constr type="ctrY" for="ch" forName="text4" refType="h" fact="0.547"/>
              <dgm:constr type="l" for="ch" forName="line4" refType="w" fact="0.625"/>
              <dgm:constr type="ctrY" for="ch" forName="line4" refType="ctrY" refFor="ch" refForName="text4"/>
              <dgm:constr type="w" for="ch" forName="line4" refType="w" fact="0.075"/>
              <dgm:constr type="h" for="ch" forName="line4"/>
              <dgm:constr type="l" for="ch" forName="d4" refType="w" fact="0.446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r" for="ch" forName="text5" refType="w"/>
              <dgm:constr type="ctrY" for="ch" forName="text5" refType="h" fact="0.68"/>
              <dgm:constr type="l" for="ch" forName="line5" refType="w" fact="0.625"/>
              <dgm:constr type="ctrY" for="ch" forName="line5" refType="ctrY" refFor="ch" refForName="text5"/>
              <dgm:constr type="w" for="ch" forName="line5" refType="w" fact="0.075"/>
              <dgm:constr type="h" for="ch" forName="line5"/>
              <dgm:constr type="l" for="ch" forName="d5" refType="w" fact="0.49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9"/>
        </dgm:choose>
      </dgm:if>
      <dgm:else name="Name10">
        <dgm:choose name="Name11">
          <dgm:if name="Name12" axis="ch" ptType="node" func="cnt" op="equ" val="0">
            <dgm:constrLst/>
          </dgm:if>
          <dgm:if name="Name13" axis="ch" ptType="node" func="cnt" op="equ" val="1">
            <dgm:constrLst>
              <dgm:constr type="primFontSz" for="des" ptType="node" op="equ" val="65"/>
              <dgm:constr type="w" for="ch" forName="circle1" refType="w" fact="0.6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</dgm:constrLst>
          </dgm:if>
          <dgm:if name="Name14" axis="ch" ptType="node" func="cnt" op="equ" val="2">
            <dgm:constrLst>
              <dgm:constr type="primFontSz" for="des" ptType="node" op="equ" val="65"/>
              <dgm:constr type="w" for="ch" forName="circle1" refType="w" fact="0.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312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5"/>
              <dgm:constr type="h" for="ch" forName="d1" refType="h" fact="0.469"/>
              <dgm:constr type="w" for="ch" forName="circle2" refType="w" fact="0.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312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55675"/>
              <dgm:constr type="b" for="ch" forName="d2" refType="h" fact="0.7975"/>
              <dgm:constr type="w" for="ch" forName="d2" refType="w" fact="0.1815"/>
              <dgm:constr type="h" for="ch" forName="d2" refType="h" fact="0.3283"/>
            </dgm:constrLst>
          </dgm:if>
          <dgm:if name="Name15" axis="ch" ptType="node" func="cnt" op="equ" val="3">
            <dgm:constrLst>
              <dgm:constr type="primFontSz" for="des" ptType="node" op="equ" val="65"/>
              <dgm:constr type="w" for="ch" forName="circle1" refType="w" fact="0.12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21875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7"/>
              <dgm:constr type="h" for="ch" forName="d1" refType="h" fact="0.5155"/>
              <dgm:constr type="w" for="ch" forName="circle2" refType="w" fact="0.36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21875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14"/>
              <dgm:constr type="b" for="ch" forName="d2" refType="h" fact="0.72969"/>
              <dgm:constr type="w" for="ch" forName="d2" refType="w" fact="0.2387"/>
              <dgm:constr type="h" for="ch" forName="d2" refType="h" fact="0.4017"/>
              <dgm:constr type="w" for="ch" forName="circle3" refType="w" fact="0.6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21875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2825"/>
              <dgm:constr type="b" for="ch" forName="d3" refType="h" fact="0.83375"/>
              <dgm:constr type="w" for="ch" forName="d3" refType="w" fact="0.1527"/>
              <dgm:constr type="h" for="ch" forName="d3" refType="h" fact="0.287"/>
            </dgm:constrLst>
          </dgm:if>
          <dgm:if name="Name16" axis="ch" ptType="node" func="cnt" op="equ" val="4">
            <dgm:constrLst>
              <dgm:constr type="primFontSz" for="des" ptType="node" op="equ" val="65"/>
              <dgm:constr type="w" for="ch" forName="circle1" refType="w" fact="0.085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7938"/>
              <dgm:constr type="l" for="ch" forName="text1"/>
              <dgm:constr type="t" for="ch" forName="text1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05"/>
              <dgm:constr type="b" for="ch" forName="d1" refType="h" fact="0.62"/>
              <dgm:constr type="w" for="ch" forName="d1" refType="w" fact="0.33"/>
              <dgm:constr type="h" for="ch" forName="d1" refType="h" fact="0.53"/>
              <dgm:constr type="w" for="ch" forName="circle2" refType="w" fact="0.2571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7938"/>
              <dgm:constr type="l" for="ch" forName="text2"/>
              <dgm:constr type="t" for="ch" forName="text2" refType="b" refFor="ch" refForName="text1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3375"/>
              <dgm:constr type="b" for="ch" forName="d2" refType="h" fact="0.70438"/>
              <dgm:constr type="w" for="ch" forName="d2" refType="w" fact="0.2585"/>
              <dgm:constr type="h" for="ch" forName="d2" refType="h" fact="0.43525"/>
              <dgm:constr type="w" for="ch" forName="circle3" refType="w" fact="0.4285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7938"/>
              <dgm:constr type="l" for="ch" forName="text3"/>
              <dgm:constr type="t" for="ch" forName="text3" refType="b" refFor="ch" refForName="text2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5745"/>
              <dgm:constr type="b" for="ch" forName="d3" refType="h" fact="0.78031"/>
              <dgm:constr type="w" for="ch" forName="d3" refType="w" fact="0.1995"/>
              <dgm:constr type="h" for="ch" forName="d3" refType="h" fact="0.332"/>
              <dgm:constr type="w" for="ch" forName="circle4" refType="w" fact="0.6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7938"/>
              <dgm:constr type="l" for="ch" forName="text4"/>
              <dgm:constr type="t" for="ch" forName="text4" refType="b" refFor="ch" refForName="text3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1475"/>
              <dgm:constr type="b" for="ch" forName="d4" refType="h" fact="0.85594"/>
              <dgm:constr type="w" for="ch" forName="d4" refType="w" fact="0.1394"/>
              <dgm:constr type="h" for="ch" forName="d4" refType="h" fact="0.2282"/>
            </dgm:constrLst>
          </dgm:if>
          <dgm:if name="Name17" axis="ch" ptType="node" func="cnt" op="gte" val="5">
            <dgm:constrLst>
              <dgm:constr type="primFontSz" for="des" ptType="node" op="equ" val="65"/>
              <dgm:constr type="w" for="ch" forName="circle1" refType="w" fact="0.0667"/>
              <dgm:constr type="h" for="ch" forName="circle1" refType="w" refFor="ch" refForName="circle1"/>
              <dgm:constr type="ctrX" for="ch" forName="circle1" refType="w" fact="0.7"/>
              <dgm:constr type="ctrY" for="ch" forName="circle1" refType="h" fact="0.625"/>
              <dgm:constr type="w" for="ch" forName="text1" refType="w" fact="0.3"/>
              <dgm:constr type="h" for="ch" forName="text1" refType="h" fact="0.1324"/>
              <dgm:constr type="l" for="ch" forName="text1"/>
              <dgm:constr type="ctrY" for="ch" forName="text1" refType="h" fact="0.13"/>
              <dgm:constr type="l" for="ch" forName="line1" refType="r" refFor="ch" refForName="text1"/>
              <dgm:constr type="ctrY" for="ch" forName="line1" refType="ctrY" refFor="ch" refForName="text1"/>
              <dgm:constr type="r" for="ch" forName="line1" refType="w" fact="0.375"/>
              <dgm:constr type="h" for="ch" forName="line1"/>
              <dgm:constr type="r" for="ch" forName="d1" refType="w" fact="0.7"/>
              <dgm:constr type="b" for="ch" forName="d1" refType="h" fact="0.625"/>
              <dgm:constr type="w" for="ch" forName="d1" refType="w" fact="0.3245"/>
              <dgm:constr type="h" for="ch" forName="d1" refType="h" fact="0.495"/>
              <dgm:constr type="w" for="ch" forName="circle2" refType="w" fact="0.2"/>
              <dgm:constr type="h" for="ch" forName="circle2" refType="w" refFor="ch" refForName="circle2"/>
              <dgm:constr type="ctrX" for="ch" forName="circle2" refType="w" fact="0.7"/>
              <dgm:constr type="ctrY" for="ch" forName="circle2" refType="h" fact="0.625"/>
              <dgm:constr type="w" for="ch" forName="text2" refType="w" fact="0.3"/>
              <dgm:constr type="h" for="ch" forName="text2" refType="h" fact="0.1324"/>
              <dgm:constr type="l" for="ch" forName="text2"/>
              <dgm:constr type="ctrY" for="ch" forName="text2" refType="h" fact="0.27"/>
              <dgm:constr type="l" for="ch" forName="line2" refType="r" refFor="ch" refForName="text2"/>
              <dgm:constr type="ctrY" for="ch" forName="line2" refType="ctrY" refFor="ch" refForName="text2"/>
              <dgm:constr type="r" for="ch" forName="line2" refType="w" fact="0.375"/>
              <dgm:constr type="h" for="ch" forName="line2"/>
              <dgm:constr type="r" for="ch" forName="d2" refType="w" fact="0.6502"/>
              <dgm:constr type="b" for="ch" forName="d2" refType="h" fact="0.682"/>
              <dgm:constr type="w" for="ch" forName="d2" refType="w" fact="0.275"/>
              <dgm:constr type="h" for="ch" forName="d2" refType="h" fact="0.41215"/>
              <dgm:constr type="w" for="ch" forName="circle3" refType="w" fact="0.3334"/>
              <dgm:constr type="h" for="ch" forName="circle3" refType="w" refFor="ch" refForName="circle3"/>
              <dgm:constr type="ctrX" for="ch" forName="circle3" refType="ctrX" refFor="ch" refForName="circle1"/>
              <dgm:constr type="ctrY" for="ch" forName="circle3" refType="ctrY" refFor="ch" refForName="circle1"/>
              <dgm:constr type="w" for="ch" forName="text3" refType="w" fact="0.3"/>
              <dgm:constr type="h" for="ch" forName="text3" refType="h" fact="0.1324"/>
              <dgm:constr type="l" for="ch" forName="text3"/>
              <dgm:constr type="ctrY" for="ch" forName="text3" refType="h" fact="0.41"/>
              <dgm:constr type="l" for="ch" forName="line3" refType="r" refFor="ch" refForName="text3"/>
              <dgm:constr type="ctrY" for="ch" forName="line3" refType="ctrY" refFor="ch" refForName="text3"/>
              <dgm:constr type="r" for="ch" forName="line3" refType="w" fact="0.375"/>
              <dgm:constr type="h" for="ch" forName="line3"/>
              <dgm:constr type="r" for="ch" forName="d3" refType="w" fact="0.606"/>
              <dgm:constr type="b" for="ch" forName="d3" refType="h" fact="0.735"/>
              <dgm:constr type="w" for="ch" forName="d3" refType="w" fact="0.231"/>
              <dgm:constr type="h" for="ch" forName="d3" refType="h" fact="0.325"/>
              <dgm:constr type="w" for="ch" forName="circle4" refType="w" fact="0.4667"/>
              <dgm:constr type="h" for="ch" forName="circle4" refType="w" refFor="ch" refForName="circle4"/>
              <dgm:constr type="ctrX" for="ch" forName="circle4" refType="ctrX" refFor="ch" refForName="circle1"/>
              <dgm:constr type="ctrY" for="ch" forName="circle4" refType="ctrY" refFor="ch" refForName="circle1"/>
              <dgm:constr type="w" for="ch" forName="text4" refType="w" fact="0.3"/>
              <dgm:constr type="h" for="ch" forName="text4" refType="h" fact="0.1324"/>
              <dgm:constr type="l" for="ch" forName="text4"/>
              <dgm:constr type="ctrY" for="ch" forName="text4" refType="h" fact="0.547"/>
              <dgm:constr type="l" for="ch" forName="line4" refType="r" refFor="ch" refForName="text4"/>
              <dgm:constr type="ctrY" for="ch" forName="line4" refType="ctrY" refFor="ch" refForName="text4"/>
              <dgm:constr type="r" for="ch" forName="line4" refType="w" fact="0.375"/>
              <dgm:constr type="h" for="ch" forName="line4"/>
              <dgm:constr type="r" for="ch" forName="d4" refType="w" fact="0.554"/>
              <dgm:constr type="b" for="ch" forName="d4" refType="h" fact="0.795"/>
              <dgm:constr type="w" for="ch" forName="d4" refType="w" fact="0.179"/>
              <dgm:constr type="h" for="ch" forName="d4" refType="h" fact="0.248"/>
              <dgm:constr type="w" for="ch" forName="circle5" refType="w" fact="0.6"/>
              <dgm:constr type="h" for="ch" forName="circle5" refType="w" refFor="ch" refForName="circle5"/>
              <dgm:constr type="ctrX" for="ch" forName="circle5" refType="ctrX" refFor="ch" refForName="circle1"/>
              <dgm:constr type="ctrY" for="ch" forName="circle5" refType="ctrY" refFor="ch" refForName="circle1"/>
              <dgm:constr type="w" for="ch" forName="text5" refType="w" fact="0.3"/>
              <dgm:constr type="h" for="ch" forName="text5" refType="h" fact="0.1324"/>
              <dgm:constr type="l" for="ch" forName="text5"/>
              <dgm:constr type="ctrY" for="ch" forName="text5" refType="h" fact="0.68"/>
              <dgm:constr type="l" for="ch" forName="line5" refType="r" refFor="ch" refForName="text5"/>
              <dgm:constr type="ctrY" for="ch" forName="line5" refType="ctrY" refFor="ch" refForName="text5"/>
              <dgm:constr type="r" for="ch" forName="line5" refType="w" fact="0.375"/>
              <dgm:constr type="h" for="ch" forName="line5"/>
              <dgm:constr type="r" for="ch" forName="d5" refType="w" fact="0.505"/>
              <dgm:constr type="b" for="ch" forName="d5" refType="h" fact="0.855"/>
              <dgm:constr type="w" for="ch" forName="d5" refType="w" fact="0.13"/>
              <dgm:constr type="h" for="ch" forName="d5" refType="h" fact="0.175"/>
            </dgm:constrLst>
          </dgm:if>
          <dgm:else name="Name18"/>
        </dgm:choose>
      </dgm:else>
    </dgm:choose>
    <dgm:ruleLst/>
    <dgm:forEach name="Name19" axis="ch" ptType="node" cnt="1">
      <dgm:layoutNode name="circle1" styleLbl="lnNode1">
        <dgm:alg type="sp"/>
        <dgm:shape xmlns:r="http://schemas.openxmlformats.org/officeDocument/2006/relationships" type="ellipse" r:blip="">
          <dgm:adjLst/>
        </dgm:shape>
        <dgm:presOf/>
        <dgm:constrLst/>
        <dgm:ruleLst/>
      </dgm:layoutNode>
      <dgm:layoutNode name="text1" styleLbl="revTx">
        <dgm:varLst>
          <dgm:bulletEnabled val="1"/>
        </dgm:varLst>
        <dgm:choose name="Name20">
          <dgm:if name="Name21" func="var" arg="dir" op="equ" val="norm">
            <dgm:choose name="Name22">
              <dgm:if name="Name2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4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25">
            <dgm:choose name="Name26">
              <dgm:if name="Name2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28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29">
          <dgm:if name="Name30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31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1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1" styleLbl="callout">
        <dgm:alg type="sp"/>
        <dgm:choose name="Name32">
          <dgm:if name="Name33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34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35" axis="ch" ptType="node" st="2" cnt="1">
      <dgm:layoutNode name="circle2" styleLbl="lnNode1">
        <dgm:alg type="sp"/>
        <dgm:shape xmlns:r="http://schemas.openxmlformats.org/officeDocument/2006/relationships" type="ellipse" r:blip="" zOrderOff="-5">
          <dgm:adjLst/>
        </dgm:shape>
        <dgm:presOf/>
        <dgm:constrLst/>
        <dgm:ruleLst/>
      </dgm:layoutNode>
      <dgm:layoutNode name="text2" styleLbl="revTx">
        <dgm:varLst>
          <dgm:bulletEnabled val="1"/>
        </dgm:varLst>
        <dgm:choose name="Name36">
          <dgm:if name="Name37" func="var" arg="dir" op="equ" val="norm">
            <dgm:choose name="Name38">
              <dgm:if name="Name3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0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41">
            <dgm:choose name="Name42">
              <dgm:if name="Name43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44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45">
          <dgm:if name="Name46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47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2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2" styleLbl="callout">
        <dgm:alg type="sp"/>
        <dgm:choose name="Name48">
          <dgm:if name="Name49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50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51" axis="ch" ptType="node" st="3" cnt="1">
      <dgm:layoutNode name="circle3" styleLbl="lnNode1">
        <dgm:alg type="sp"/>
        <dgm:shape xmlns:r="http://schemas.openxmlformats.org/officeDocument/2006/relationships" type="ellipse" r:blip="" zOrderOff="-10">
          <dgm:adjLst/>
        </dgm:shape>
        <dgm:presOf/>
        <dgm:constrLst/>
        <dgm:ruleLst/>
      </dgm:layoutNode>
      <dgm:layoutNode name="text3" styleLbl="revTx">
        <dgm:varLst>
          <dgm:bulletEnabled val="1"/>
        </dgm:varLst>
        <dgm:choose name="Name52">
          <dgm:if name="Name53" func="var" arg="dir" op="equ" val="norm">
            <dgm:choose name="Name54">
              <dgm:if name="Name5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56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57">
            <dgm:choose name="Name58">
              <dgm:if name="Name59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60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61">
          <dgm:if name="Name62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63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3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3" styleLbl="callout">
        <dgm:alg type="sp"/>
        <dgm:choose name="Name64">
          <dgm:if name="Name65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66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67" axis="ch" ptType="node" st="4" cnt="1">
      <dgm:layoutNode name="circle4" styleLbl="lnNode1">
        <dgm:alg type="sp"/>
        <dgm:shape xmlns:r="http://schemas.openxmlformats.org/officeDocument/2006/relationships" type="ellipse" r:blip="" zOrderOff="-15">
          <dgm:adjLst/>
        </dgm:shape>
        <dgm:presOf/>
        <dgm:constrLst/>
        <dgm:ruleLst/>
      </dgm:layoutNode>
      <dgm:layoutNode name="text4" styleLbl="revTx">
        <dgm:varLst>
          <dgm:bulletEnabled val="1"/>
        </dgm:varLst>
        <dgm:choose name="Name68">
          <dgm:if name="Name69" func="var" arg="dir" op="equ" val="norm">
            <dgm:choose name="Name70">
              <dgm:if name="Name7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2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73">
            <dgm:choose name="Name74">
              <dgm:if name="Name75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6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77">
          <dgm:if name="Name78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79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4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4" styleLbl="callout">
        <dgm:alg type="sp"/>
        <dgm:choose name="Name80">
          <dgm:if name="Name81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82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  <dgm:forEach name="Name83" axis="ch" ptType="node" st="5" cnt="1">
      <dgm:layoutNode name="circle5" styleLbl="lnNode1">
        <dgm:alg type="sp"/>
        <dgm:shape xmlns:r="http://schemas.openxmlformats.org/officeDocument/2006/relationships" type="ellipse" r:blip="" zOrderOff="-20">
          <dgm:adjLst/>
        </dgm:shape>
        <dgm:presOf/>
        <dgm:constrLst/>
        <dgm:ruleLst/>
      </dgm:layoutNode>
      <dgm:layoutNode name="text5" styleLbl="revTx">
        <dgm:varLst>
          <dgm:bulletEnabled val="1"/>
        </dgm:varLst>
        <dgm:choose name="Name84">
          <dgm:if name="Name85" func="var" arg="dir" op="equ" val="norm">
            <dgm:choose name="Name86">
              <dgm:if name="Name87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88">
                <dgm:alg type="tx">
                  <dgm:param type="parTxLTRAlign" val="l"/>
                  <dgm:param type="parTxRTLAlign" val="l"/>
                </dgm:alg>
              </dgm:else>
            </dgm:choose>
          </dgm:if>
          <dgm:else name="Name89">
            <dgm:choose name="Name90">
              <dgm:if name="Name91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92">
                <dgm:alg type="tx">
                  <dgm:param type="parTxLTRAlign" val="r"/>
                  <dgm:param type="parTxRTLAlign" val="r"/>
                </dgm:alg>
              </dgm:else>
            </dgm:choose>
          </dgm:else>
        </dgm:choose>
        <dgm:shape xmlns:r="http://schemas.openxmlformats.org/officeDocument/2006/relationships" type="rect" r:blip="">
          <dgm:adjLst/>
        </dgm:shape>
        <dgm:presOf axis="desOrSelf" ptType="node"/>
        <dgm:choose name="Name93">
          <dgm:if name="Name94" func="var" arg="dir" op="equ" val="norm">
            <dgm:constrLst>
              <dgm:constr type="tMarg" refType="primFontSz" fact="0.1"/>
              <dgm:constr type="bMarg" refType="primFontSz" fact="0.1"/>
              <dgm:constr type="rMarg" refType="primFontSz" fact="0.1"/>
            </dgm:constrLst>
          </dgm:if>
          <dgm:else name="Name95">
            <dgm:constrLst>
              <dgm:constr type="tMarg" refType="primFontSz" fact="0.1"/>
              <dgm:constr type="bMarg" refType="primFontSz" fact="0.1"/>
              <dgm:constr type="lMarg" refType="primFontSz" fact="0.1"/>
            </dgm:constrLst>
          </dgm:else>
        </dgm:choose>
        <dgm:ruleLst>
          <dgm:rule type="primFontSz" val="5" fact="NaN" max="NaN"/>
        </dgm:ruleLst>
      </dgm:layoutNode>
      <dgm:layoutNode name="line5" styleLbl="callout">
        <dgm:alg type="sp"/>
        <dgm:shape xmlns:r="http://schemas.openxmlformats.org/officeDocument/2006/relationships" type="line" r:blip="">
          <dgm:adjLst/>
        </dgm:shape>
        <dgm:presOf/>
        <dgm:constrLst/>
        <dgm:ruleLst/>
      </dgm:layoutNode>
      <dgm:layoutNode name="d5" styleLbl="callout">
        <dgm:alg type="sp"/>
        <dgm:choose name="Name96">
          <dgm:if name="Name97" func="var" arg="dir" op="equ" val="norm">
            <dgm:shape xmlns:r="http://schemas.openxmlformats.org/officeDocument/2006/relationships" rot="90" type="line" r:blip="">
              <dgm:adjLst/>
            </dgm:shape>
          </dgm:if>
          <dgm:else name="Name98">
            <dgm:shape xmlns:r="http://schemas.openxmlformats.org/officeDocument/2006/relationships" rot="180" type="line" r:blip="">
              <dgm:adjLst/>
            </dgm:shape>
          </dgm:else>
        </dgm:choose>
        <dgm:presOf/>
        <dgm:constrLst/>
        <dgm:ruleLst/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>
            <a:outerShdw blurRad="177800" dist="38100" dir="2700000" algn="tl">
              <a:srgbClr val="000000">
                <a:alpha val="24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152400" dist="38100" dir="2700000" algn="tl">
              <a:srgbClr val="000000">
                <a:alpha val="36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C15536D-5116-480A-98B4-0ABFE2E62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25578" y="3429000"/>
            <a:ext cx="1826000" cy="718950"/>
          </a:xfrm>
        </p:spPr>
        <p:txBody>
          <a:bodyPr/>
          <a:lstStyle/>
          <a:p>
            <a:r>
              <a:rPr lang="en-US" dirty="0"/>
              <a:t>Smart Meters</a:t>
            </a:r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4911A98-F032-4F43-B31F-DE004E3574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448" y="2309399"/>
            <a:ext cx="7718612" cy="111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1108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7" descr="Energy meter.png">
            <a:extLst>
              <a:ext uri="{FF2B5EF4-FFF2-40B4-BE49-F238E27FC236}">
                <a16:creationId xmlns:a16="http://schemas.microsoft.com/office/drawing/2014/main" id="{7D83AB75-B015-481D-B85E-CE9A60F3C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4424" y="1143000"/>
            <a:ext cx="3162300" cy="45720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DDCD0E-695C-46FB-97D5-18EC4A5A136E}"/>
              </a:ext>
            </a:extLst>
          </p:cNvPr>
          <p:cNvSpPr txBox="1"/>
          <p:nvPr/>
        </p:nvSpPr>
        <p:spPr>
          <a:xfrm>
            <a:off x="936811" y="680428"/>
            <a:ext cx="610496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tx2"/>
                </a:solidFill>
              </a:rPr>
              <a:t>Dual Source Energy Meter</a:t>
            </a:r>
            <a:endParaRPr lang="en-IN" sz="3200" dirty="0"/>
          </a:p>
        </p:txBody>
      </p:sp>
      <p:graphicFrame>
        <p:nvGraphicFramePr>
          <p:cNvPr id="13" name="Diagram 12">
            <a:extLst>
              <a:ext uri="{FF2B5EF4-FFF2-40B4-BE49-F238E27FC236}">
                <a16:creationId xmlns:a16="http://schemas.microsoft.com/office/drawing/2014/main" id="{06B27D5E-82CC-4E73-9E52-F5B05A32399D}"/>
              </a:ext>
            </a:extLst>
          </p:cNvPr>
          <p:cNvGraphicFramePr/>
          <p:nvPr/>
        </p:nvGraphicFramePr>
        <p:xfrm>
          <a:off x="851648" y="1143000"/>
          <a:ext cx="7270376" cy="503618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83004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Graphic spid="13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E0A2E-7F90-4345-8985-FEF0F086C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91717"/>
          </a:xfrm>
        </p:spPr>
        <p:txBody>
          <a:bodyPr/>
          <a:lstStyle/>
          <a:p>
            <a:pPr algn="ctr"/>
            <a:r>
              <a:rPr lang="en-US" dirty="0"/>
              <a:t>Architecture</a:t>
            </a:r>
            <a:endParaRPr lang="en-IN" dirty="0"/>
          </a:p>
        </p:txBody>
      </p:sp>
      <p:pic>
        <p:nvPicPr>
          <p:cNvPr id="4" name="Content Placeholder 6" descr="Architecture of Energy Meter.jpg">
            <a:extLst>
              <a:ext uri="{FF2B5EF4-FFF2-40B4-BE49-F238E27FC236}">
                <a16:creationId xmlns:a16="http://schemas.microsoft.com/office/drawing/2014/main" id="{DD664771-FE3A-4F7E-B08E-D4FC646382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92391" y="1210235"/>
            <a:ext cx="5515115" cy="4951399"/>
          </a:xfrm>
        </p:spPr>
      </p:pic>
    </p:spTree>
    <p:extLst>
      <p:ext uri="{BB962C8B-B14F-4D97-AF65-F5344CB8AC3E}">
        <p14:creationId xmlns:p14="http://schemas.microsoft.com/office/powerpoint/2010/main" val="8652129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C2B494-1D99-4910-8BB5-6E004899A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17223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software</a:t>
            </a:r>
            <a:endParaRPr lang="en-IN" dirty="0"/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A49FCD3E-803F-4B42-86C9-3EFD540AB9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118637"/>
              </p:ext>
            </p:extLst>
          </p:nvPr>
        </p:nvGraphicFramePr>
        <p:xfrm>
          <a:off x="1141412" y="1434353"/>
          <a:ext cx="9905999" cy="43568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8781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5" grpId="0">
        <p:bldAsOne/>
      </p:bldGraphic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77DE-F61B-4F6D-96A0-7C4C1AD62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90329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tx2"/>
                </a:solidFill>
              </a:rPr>
              <a:t>AMC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F2DD367-B553-4A43-BF0C-E780E0D874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5244948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04448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CDDAC-2A35-42D2-875E-6B64FAD22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71011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Pricing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D37DD90-F2D0-45B2-A510-3796ADDA45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1143214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824504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F6F97-08F9-4C99-A3AF-98B73B607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636541"/>
          </a:xfrm>
        </p:spPr>
        <p:txBody>
          <a:bodyPr/>
          <a:lstStyle/>
          <a:p>
            <a:pPr algn="ctr"/>
            <a:r>
              <a:rPr lang="en-US" dirty="0"/>
              <a:t>Meter Types(</a:t>
            </a:r>
            <a:r>
              <a:rPr lang="en-US" sz="3600" dirty="0"/>
              <a:t>Plug and Play Type Model)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19C3BCD-C6F1-4812-A221-56C38599AC9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73684369"/>
              </p:ext>
            </p:extLst>
          </p:nvPr>
        </p:nvGraphicFramePr>
        <p:xfrm>
          <a:off x="1141412" y="2249487"/>
          <a:ext cx="9905999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857965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75B72-9EA3-4970-AE41-899DE2291F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708258"/>
          </a:xfrm>
        </p:spPr>
        <p:txBody>
          <a:bodyPr/>
          <a:lstStyle/>
          <a:p>
            <a:pPr algn="ctr"/>
            <a:r>
              <a:rPr lang="en-US" dirty="0"/>
              <a:t>Meter with Wired Communication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A275817-C4B1-47A2-AC50-53DDDE2776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62052913"/>
              </p:ext>
            </p:extLst>
          </p:nvPr>
        </p:nvGraphicFramePr>
        <p:xfrm>
          <a:off x="-1978306" y="1720896"/>
          <a:ext cx="13793788" cy="354171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09569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4" grpId="0">
        <p:bldAsOne/>
      </p:bldGraphic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D3F1F-056E-4060-84A2-9D2373D19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591717"/>
          </a:xfrm>
        </p:spPr>
        <p:txBody>
          <a:bodyPr/>
          <a:lstStyle/>
          <a:p>
            <a:pPr algn="ctr"/>
            <a:r>
              <a:rPr lang="en-US" dirty="0"/>
              <a:t>Wireless Communication	</a:t>
            </a:r>
            <a:endParaRPr lang="en-IN" dirty="0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4E05E520-72B3-4863-BDA7-C63415DC74B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1246960"/>
              </p:ext>
            </p:extLst>
          </p:nvPr>
        </p:nvGraphicFramePr>
        <p:xfrm>
          <a:off x="1141412" y="1441174"/>
          <a:ext cx="9905999" cy="435002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713548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Graphic spid="8" grpId="0">
        <p:bldAsOne/>
      </p:bldGraphic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2B5F27"/>
      </a:dk2>
      <a:lt2>
        <a:srgbClr val="D8FC68"/>
      </a:lt2>
      <a:accent1>
        <a:srgbClr val="DDC855"/>
      </a:accent1>
      <a:accent2>
        <a:srgbClr val="FCA03D"/>
      </a:accent2>
      <a:accent3>
        <a:srgbClr val="E36439"/>
      </a:accent3>
      <a:accent4>
        <a:srgbClr val="C2935B"/>
      </a:accent4>
      <a:accent5>
        <a:srgbClr val="88C25C"/>
      </a:accent5>
      <a:accent6>
        <a:srgbClr val="BFCC86"/>
      </a:accent6>
      <a:hlink>
        <a:srgbClr val="FFCE23"/>
      </a:hlink>
      <a:folHlink>
        <a:srgbClr val="FDEB86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88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82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97ECCC31-8429-4523-BE8D-8F09B7A4D4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TM04033919[[fn=Circuit]]</Template>
  <TotalTime>63</TotalTime>
  <Words>409</Words>
  <Application>Microsoft Office PowerPoint</Application>
  <PresentationFormat>Widescreen</PresentationFormat>
  <Paragraphs>45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Tw Cen MT</vt:lpstr>
      <vt:lpstr>Circuit</vt:lpstr>
      <vt:lpstr>PowerPoint Presentation</vt:lpstr>
      <vt:lpstr>PowerPoint Presentation</vt:lpstr>
      <vt:lpstr>Architecture</vt:lpstr>
      <vt:lpstr>software</vt:lpstr>
      <vt:lpstr>AMC</vt:lpstr>
      <vt:lpstr>Pricing</vt:lpstr>
      <vt:lpstr>Meter Types(Plug and Play Type Model)</vt:lpstr>
      <vt:lpstr>Meter with Wired Communication</vt:lpstr>
      <vt:lpstr>Wireless Communication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Prameela Techno Solutions</dc:title>
  <dc:creator>SWEETY</dc:creator>
  <cp:lastModifiedBy>SWEETY</cp:lastModifiedBy>
  <cp:revision>3</cp:revision>
  <dcterms:created xsi:type="dcterms:W3CDTF">2025-03-08T09:28:36Z</dcterms:created>
  <dcterms:modified xsi:type="dcterms:W3CDTF">2025-03-08T16:37:15Z</dcterms:modified>
</cp:coreProperties>
</file>